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3"/>
  </p:notesMasterIdLst>
  <p:sldIdLst>
    <p:sldId id="256" r:id="rId2"/>
  </p:sldIdLst>
  <p:sldSz cx="51206400" cy="384048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9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280" autoAdjust="0"/>
  </p:normalViewPr>
  <p:slideViewPr>
    <p:cSldViewPr snapToGrid="0">
      <p:cViewPr varScale="1">
        <p:scale>
          <a:sx n="15" d="100"/>
          <a:sy n="15" d="100"/>
        </p:scale>
        <p:origin x="1238"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3EE4C8F8-0704-4F7A-B34D-BE1843F37CEA}" type="datetimeFigureOut">
              <a:rPr lang="zh-CN" altLang="en-US" smtClean="0"/>
              <a:t>2019/4/11</a:t>
            </a:fld>
            <a:endParaRPr lang="zh-CN" altLang="en-US"/>
          </a:p>
        </p:txBody>
      </p:sp>
      <p:sp>
        <p:nvSpPr>
          <p:cNvPr id="4" name="幻灯片图像占位符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22F5EC40-A874-4CCA-BBAF-5741DF04562A}" type="slidenum">
              <a:rPr lang="zh-CN" altLang="en-US" smtClean="0"/>
              <a:t>‹#›</a:t>
            </a:fld>
            <a:endParaRPr lang="zh-CN" altLang="en-US"/>
          </a:p>
        </p:txBody>
      </p:sp>
    </p:spTree>
    <p:extLst>
      <p:ext uri="{BB962C8B-B14F-4D97-AF65-F5344CB8AC3E}">
        <p14:creationId xmlns:p14="http://schemas.microsoft.com/office/powerpoint/2010/main" val="4100324602"/>
      </p:ext>
    </p:extLst>
  </p:cSld>
  <p:clrMap bg1="lt1" tx1="dk1" bg2="lt2" tx2="dk2" accent1="accent1" accent2="accent2" accent3="accent3" accent4="accent4" accent5="accent5" accent6="accent6" hlink="hlink" folHlink="folHlink"/>
  <p:notesStyle>
    <a:lvl1pPr marL="0" algn="l" defTabSz="1131929" rtl="0" eaLnBrk="1" latinLnBrk="0" hangingPunct="1">
      <a:defRPr sz="1486" kern="1200">
        <a:solidFill>
          <a:schemeClr val="tx1"/>
        </a:solidFill>
        <a:latin typeface="+mn-lt"/>
        <a:ea typeface="+mn-ea"/>
        <a:cs typeface="+mn-cs"/>
      </a:defRPr>
    </a:lvl1pPr>
    <a:lvl2pPr marL="565965" algn="l" defTabSz="1131929" rtl="0" eaLnBrk="1" latinLnBrk="0" hangingPunct="1">
      <a:defRPr sz="1486" kern="1200">
        <a:solidFill>
          <a:schemeClr val="tx1"/>
        </a:solidFill>
        <a:latin typeface="+mn-lt"/>
        <a:ea typeface="+mn-ea"/>
        <a:cs typeface="+mn-cs"/>
      </a:defRPr>
    </a:lvl2pPr>
    <a:lvl3pPr marL="1131929" algn="l" defTabSz="1131929" rtl="0" eaLnBrk="1" latinLnBrk="0" hangingPunct="1">
      <a:defRPr sz="1486" kern="1200">
        <a:solidFill>
          <a:schemeClr val="tx1"/>
        </a:solidFill>
        <a:latin typeface="+mn-lt"/>
        <a:ea typeface="+mn-ea"/>
        <a:cs typeface="+mn-cs"/>
      </a:defRPr>
    </a:lvl3pPr>
    <a:lvl4pPr marL="1697895" algn="l" defTabSz="1131929" rtl="0" eaLnBrk="1" latinLnBrk="0" hangingPunct="1">
      <a:defRPr sz="1486" kern="1200">
        <a:solidFill>
          <a:schemeClr val="tx1"/>
        </a:solidFill>
        <a:latin typeface="+mn-lt"/>
        <a:ea typeface="+mn-ea"/>
        <a:cs typeface="+mn-cs"/>
      </a:defRPr>
    </a:lvl4pPr>
    <a:lvl5pPr marL="2263859" algn="l" defTabSz="1131929" rtl="0" eaLnBrk="1" latinLnBrk="0" hangingPunct="1">
      <a:defRPr sz="1486" kern="1200">
        <a:solidFill>
          <a:schemeClr val="tx1"/>
        </a:solidFill>
        <a:latin typeface="+mn-lt"/>
        <a:ea typeface="+mn-ea"/>
        <a:cs typeface="+mn-cs"/>
      </a:defRPr>
    </a:lvl5pPr>
    <a:lvl6pPr marL="2829824" algn="l" defTabSz="1131929" rtl="0" eaLnBrk="1" latinLnBrk="0" hangingPunct="1">
      <a:defRPr sz="1486" kern="1200">
        <a:solidFill>
          <a:schemeClr val="tx1"/>
        </a:solidFill>
        <a:latin typeface="+mn-lt"/>
        <a:ea typeface="+mn-ea"/>
        <a:cs typeface="+mn-cs"/>
      </a:defRPr>
    </a:lvl6pPr>
    <a:lvl7pPr marL="3395788" algn="l" defTabSz="1131929" rtl="0" eaLnBrk="1" latinLnBrk="0" hangingPunct="1">
      <a:defRPr sz="1486" kern="1200">
        <a:solidFill>
          <a:schemeClr val="tx1"/>
        </a:solidFill>
        <a:latin typeface="+mn-lt"/>
        <a:ea typeface="+mn-ea"/>
        <a:cs typeface="+mn-cs"/>
      </a:defRPr>
    </a:lvl7pPr>
    <a:lvl8pPr marL="3961753" algn="l" defTabSz="1131929" rtl="0" eaLnBrk="1" latinLnBrk="0" hangingPunct="1">
      <a:defRPr sz="1486" kern="1200">
        <a:solidFill>
          <a:schemeClr val="tx1"/>
        </a:solidFill>
        <a:latin typeface="+mn-lt"/>
        <a:ea typeface="+mn-ea"/>
        <a:cs typeface="+mn-cs"/>
      </a:defRPr>
    </a:lvl8pPr>
    <a:lvl9pPr marL="4527719" algn="l" defTabSz="1131929" rtl="0" eaLnBrk="1" latinLnBrk="0" hangingPunct="1">
      <a:defRPr sz="148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028950" y="857250"/>
            <a:ext cx="3086100" cy="2314575"/>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22F5EC40-A874-4CCA-BBAF-5741DF04562A}" type="slidenum">
              <a:rPr lang="zh-CN" altLang="en-US" smtClean="0"/>
              <a:t>1</a:t>
            </a:fld>
            <a:endParaRPr lang="zh-CN" altLang="en-US"/>
          </a:p>
        </p:txBody>
      </p:sp>
    </p:spTree>
    <p:extLst>
      <p:ext uri="{BB962C8B-B14F-4D97-AF65-F5344CB8AC3E}">
        <p14:creationId xmlns:p14="http://schemas.microsoft.com/office/powerpoint/2010/main" val="3590619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3840480" y="6285233"/>
            <a:ext cx="43525440" cy="13370560"/>
          </a:xfrm>
        </p:spPr>
        <p:txBody>
          <a:bodyPr anchor="b"/>
          <a:lstStyle>
            <a:lvl1pPr algn="ctr">
              <a:defRPr sz="33600"/>
            </a:lvl1pPr>
          </a:lstStyle>
          <a:p>
            <a:r>
              <a:rPr lang="zh-CN" altLang="en-US"/>
              <a:t>单击此处编辑母版标题样式</a:t>
            </a:r>
            <a:endParaRPr lang="en-US" dirty="0"/>
          </a:p>
        </p:txBody>
      </p:sp>
      <p:sp>
        <p:nvSpPr>
          <p:cNvPr id="3" name="Subtitle 2"/>
          <p:cNvSpPr>
            <a:spLocks noGrp="1"/>
          </p:cNvSpPr>
          <p:nvPr>
            <p:ph type="subTitle" idx="1"/>
          </p:nvPr>
        </p:nvSpPr>
        <p:spPr>
          <a:xfrm>
            <a:off x="6400800" y="20171413"/>
            <a:ext cx="38404800" cy="9272267"/>
          </a:xfrm>
        </p:spPr>
        <p:txBody>
          <a:bodyPr/>
          <a:lstStyle>
            <a:lvl1pPr marL="0" indent="0" algn="ctr">
              <a:buNone/>
              <a:defRPr sz="13440"/>
            </a:lvl1pPr>
            <a:lvl2pPr marL="2560320" indent="0" algn="ctr">
              <a:buNone/>
              <a:defRPr sz="11200"/>
            </a:lvl2pPr>
            <a:lvl3pPr marL="5120640" indent="0" algn="ctr">
              <a:buNone/>
              <a:defRPr sz="10080"/>
            </a:lvl3pPr>
            <a:lvl4pPr marL="7680960" indent="0" algn="ctr">
              <a:buNone/>
              <a:defRPr sz="8960"/>
            </a:lvl4pPr>
            <a:lvl5pPr marL="10241280" indent="0" algn="ctr">
              <a:buNone/>
              <a:defRPr sz="8960"/>
            </a:lvl5pPr>
            <a:lvl6pPr marL="12801600" indent="0" algn="ctr">
              <a:buNone/>
              <a:defRPr sz="8960"/>
            </a:lvl6pPr>
            <a:lvl7pPr marL="15361920" indent="0" algn="ctr">
              <a:buNone/>
              <a:defRPr sz="8960"/>
            </a:lvl7pPr>
            <a:lvl8pPr marL="17922240" indent="0" algn="ctr">
              <a:buNone/>
              <a:defRPr sz="8960"/>
            </a:lvl8pPr>
            <a:lvl9pPr marL="20482560" indent="0" algn="ctr">
              <a:buNone/>
              <a:defRPr sz="896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608B2C1D-D4CE-43AE-B84A-BE179C92DEA0}" type="datetimeFigureOut">
              <a:rPr lang="zh-CN" altLang="en-US" smtClean="0"/>
              <a:t>2019/4/11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BDA3A1B-A72A-4361-919A-5BE75D974D9F}" type="slidenum">
              <a:rPr lang="zh-CN" altLang="en-US" smtClean="0"/>
              <a:t>‹#›</a:t>
            </a:fld>
            <a:endParaRPr lang="zh-CN" altLang="en-US"/>
          </a:p>
        </p:txBody>
      </p:sp>
    </p:spTree>
    <p:extLst>
      <p:ext uri="{BB962C8B-B14F-4D97-AF65-F5344CB8AC3E}">
        <p14:creationId xmlns:p14="http://schemas.microsoft.com/office/powerpoint/2010/main" val="315269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08B2C1D-D4CE-43AE-B84A-BE179C92DEA0}" type="datetimeFigureOut">
              <a:rPr lang="zh-CN" altLang="en-US" smtClean="0"/>
              <a:t>2019/4/11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BDA3A1B-A72A-4361-919A-5BE75D974D9F}" type="slidenum">
              <a:rPr lang="zh-CN" altLang="en-US" smtClean="0"/>
              <a:t>‹#›</a:t>
            </a:fld>
            <a:endParaRPr lang="zh-CN" altLang="en-US"/>
          </a:p>
        </p:txBody>
      </p:sp>
    </p:spTree>
    <p:extLst>
      <p:ext uri="{BB962C8B-B14F-4D97-AF65-F5344CB8AC3E}">
        <p14:creationId xmlns:p14="http://schemas.microsoft.com/office/powerpoint/2010/main" val="3890568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3493773" y="9574541"/>
            <a:ext cx="44165520" cy="15975327"/>
          </a:xfrm>
        </p:spPr>
        <p:txBody>
          <a:bodyPr anchor="b"/>
          <a:lstStyle>
            <a:lvl1pPr>
              <a:defRPr sz="33600"/>
            </a:lvl1pPr>
          </a:lstStyle>
          <a:p>
            <a:r>
              <a:rPr lang="zh-CN" altLang="en-US"/>
              <a:t>单击此处编辑母版标题样式</a:t>
            </a:r>
            <a:endParaRPr lang="en-US" dirty="0"/>
          </a:p>
        </p:txBody>
      </p:sp>
      <p:sp>
        <p:nvSpPr>
          <p:cNvPr id="3" name="Text Placeholder 2"/>
          <p:cNvSpPr>
            <a:spLocks noGrp="1"/>
          </p:cNvSpPr>
          <p:nvPr>
            <p:ph type="body" idx="1"/>
          </p:nvPr>
        </p:nvSpPr>
        <p:spPr>
          <a:xfrm>
            <a:off x="3493773" y="25701001"/>
            <a:ext cx="44165520" cy="8401047"/>
          </a:xfrm>
        </p:spPr>
        <p:txBody>
          <a:bodyPr/>
          <a:lstStyle>
            <a:lvl1pPr marL="0" indent="0">
              <a:buNone/>
              <a:defRPr sz="13440">
                <a:solidFill>
                  <a:schemeClr val="tx1"/>
                </a:solidFill>
              </a:defRPr>
            </a:lvl1pPr>
            <a:lvl2pPr marL="2560320" indent="0">
              <a:buNone/>
              <a:defRPr sz="11200">
                <a:solidFill>
                  <a:schemeClr val="tx1">
                    <a:tint val="75000"/>
                  </a:schemeClr>
                </a:solidFill>
              </a:defRPr>
            </a:lvl2pPr>
            <a:lvl3pPr marL="5120640" indent="0">
              <a:buNone/>
              <a:defRPr sz="10080">
                <a:solidFill>
                  <a:schemeClr val="tx1">
                    <a:tint val="75000"/>
                  </a:schemeClr>
                </a:solidFill>
              </a:defRPr>
            </a:lvl3pPr>
            <a:lvl4pPr marL="7680960" indent="0">
              <a:buNone/>
              <a:defRPr sz="8960">
                <a:solidFill>
                  <a:schemeClr val="tx1">
                    <a:tint val="75000"/>
                  </a:schemeClr>
                </a:solidFill>
              </a:defRPr>
            </a:lvl4pPr>
            <a:lvl5pPr marL="10241280" indent="0">
              <a:buNone/>
              <a:defRPr sz="8960">
                <a:solidFill>
                  <a:schemeClr val="tx1">
                    <a:tint val="75000"/>
                  </a:schemeClr>
                </a:solidFill>
              </a:defRPr>
            </a:lvl5pPr>
            <a:lvl6pPr marL="12801600" indent="0">
              <a:buNone/>
              <a:defRPr sz="8960">
                <a:solidFill>
                  <a:schemeClr val="tx1">
                    <a:tint val="75000"/>
                  </a:schemeClr>
                </a:solidFill>
              </a:defRPr>
            </a:lvl6pPr>
            <a:lvl7pPr marL="15361920" indent="0">
              <a:buNone/>
              <a:defRPr sz="8960">
                <a:solidFill>
                  <a:schemeClr val="tx1">
                    <a:tint val="75000"/>
                  </a:schemeClr>
                </a:solidFill>
              </a:defRPr>
            </a:lvl7pPr>
            <a:lvl8pPr marL="17922240" indent="0">
              <a:buNone/>
              <a:defRPr sz="8960">
                <a:solidFill>
                  <a:schemeClr val="tx1">
                    <a:tint val="75000"/>
                  </a:schemeClr>
                </a:solidFill>
              </a:defRPr>
            </a:lvl8pPr>
            <a:lvl9pPr marL="20482560" indent="0">
              <a:buNone/>
              <a:defRPr sz="896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608B2C1D-D4CE-43AE-B84A-BE179C92DEA0}" type="datetimeFigureOut">
              <a:rPr lang="zh-CN" altLang="en-US" smtClean="0"/>
              <a:t>2019/4/11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BDA3A1B-A72A-4361-919A-5BE75D974D9F}" type="slidenum">
              <a:rPr lang="zh-CN" altLang="en-US" smtClean="0"/>
              <a:t>‹#›</a:t>
            </a:fld>
            <a:endParaRPr lang="zh-CN" altLang="en-US"/>
          </a:p>
        </p:txBody>
      </p:sp>
    </p:spTree>
    <p:extLst>
      <p:ext uri="{BB962C8B-B14F-4D97-AF65-F5344CB8AC3E}">
        <p14:creationId xmlns:p14="http://schemas.microsoft.com/office/powerpoint/2010/main" val="3365115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3520440" y="10223500"/>
            <a:ext cx="21762720" cy="2436749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25923240" y="10223500"/>
            <a:ext cx="21762720" cy="2436749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fld id="{608B2C1D-D4CE-43AE-B84A-BE179C92DEA0}" type="datetimeFigureOut">
              <a:rPr lang="zh-CN" altLang="en-US" smtClean="0"/>
              <a:t>2019/4/11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BDA3A1B-A72A-4361-919A-5BE75D974D9F}" type="slidenum">
              <a:rPr lang="zh-CN" altLang="en-US" smtClean="0"/>
              <a:t>‹#›</a:t>
            </a:fld>
            <a:endParaRPr lang="zh-CN" altLang="en-US"/>
          </a:p>
        </p:txBody>
      </p:sp>
    </p:spTree>
    <p:extLst>
      <p:ext uri="{BB962C8B-B14F-4D97-AF65-F5344CB8AC3E}">
        <p14:creationId xmlns:p14="http://schemas.microsoft.com/office/powerpoint/2010/main" val="3598009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3527110" y="2044708"/>
            <a:ext cx="44165520" cy="742315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3527115" y="9414513"/>
            <a:ext cx="21662704" cy="4613907"/>
          </a:xfrm>
        </p:spPr>
        <p:txBody>
          <a:bodyPr anchor="b"/>
          <a:lstStyle>
            <a:lvl1pPr marL="0" indent="0">
              <a:buNone/>
              <a:defRPr sz="13440" b="1"/>
            </a:lvl1pPr>
            <a:lvl2pPr marL="2560320" indent="0">
              <a:buNone/>
              <a:defRPr sz="11200" b="1"/>
            </a:lvl2pPr>
            <a:lvl3pPr marL="5120640" indent="0">
              <a:buNone/>
              <a:defRPr sz="10080" b="1"/>
            </a:lvl3pPr>
            <a:lvl4pPr marL="7680960" indent="0">
              <a:buNone/>
              <a:defRPr sz="8960" b="1"/>
            </a:lvl4pPr>
            <a:lvl5pPr marL="10241280" indent="0">
              <a:buNone/>
              <a:defRPr sz="8960" b="1"/>
            </a:lvl5pPr>
            <a:lvl6pPr marL="12801600" indent="0">
              <a:buNone/>
              <a:defRPr sz="8960" b="1"/>
            </a:lvl6pPr>
            <a:lvl7pPr marL="15361920" indent="0">
              <a:buNone/>
              <a:defRPr sz="8960" b="1"/>
            </a:lvl7pPr>
            <a:lvl8pPr marL="17922240" indent="0">
              <a:buNone/>
              <a:defRPr sz="8960" b="1"/>
            </a:lvl8pPr>
            <a:lvl9pPr marL="20482560" indent="0">
              <a:buNone/>
              <a:defRPr sz="8960" b="1"/>
            </a:lvl9pPr>
          </a:lstStyle>
          <a:p>
            <a:pPr lvl="0"/>
            <a:r>
              <a:rPr lang="zh-CN" altLang="en-US"/>
              <a:t>单击此处编辑母版文本样式</a:t>
            </a:r>
          </a:p>
        </p:txBody>
      </p:sp>
      <p:sp>
        <p:nvSpPr>
          <p:cNvPr id="4" name="Content Placeholder 3"/>
          <p:cNvSpPr>
            <a:spLocks noGrp="1"/>
          </p:cNvSpPr>
          <p:nvPr>
            <p:ph sz="half" idx="2"/>
          </p:nvPr>
        </p:nvSpPr>
        <p:spPr>
          <a:xfrm>
            <a:off x="3527115" y="14028420"/>
            <a:ext cx="21662704" cy="2063369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25923243" y="9414513"/>
            <a:ext cx="21769390" cy="4613907"/>
          </a:xfrm>
        </p:spPr>
        <p:txBody>
          <a:bodyPr anchor="b"/>
          <a:lstStyle>
            <a:lvl1pPr marL="0" indent="0">
              <a:buNone/>
              <a:defRPr sz="13440" b="1"/>
            </a:lvl1pPr>
            <a:lvl2pPr marL="2560320" indent="0">
              <a:buNone/>
              <a:defRPr sz="11200" b="1"/>
            </a:lvl2pPr>
            <a:lvl3pPr marL="5120640" indent="0">
              <a:buNone/>
              <a:defRPr sz="10080" b="1"/>
            </a:lvl3pPr>
            <a:lvl4pPr marL="7680960" indent="0">
              <a:buNone/>
              <a:defRPr sz="8960" b="1"/>
            </a:lvl4pPr>
            <a:lvl5pPr marL="10241280" indent="0">
              <a:buNone/>
              <a:defRPr sz="8960" b="1"/>
            </a:lvl5pPr>
            <a:lvl6pPr marL="12801600" indent="0">
              <a:buNone/>
              <a:defRPr sz="8960" b="1"/>
            </a:lvl6pPr>
            <a:lvl7pPr marL="15361920" indent="0">
              <a:buNone/>
              <a:defRPr sz="8960" b="1"/>
            </a:lvl7pPr>
            <a:lvl8pPr marL="17922240" indent="0">
              <a:buNone/>
              <a:defRPr sz="8960" b="1"/>
            </a:lvl8pPr>
            <a:lvl9pPr marL="20482560" indent="0">
              <a:buNone/>
              <a:defRPr sz="8960" b="1"/>
            </a:lvl9pPr>
          </a:lstStyle>
          <a:p>
            <a:pPr lvl="0"/>
            <a:r>
              <a:rPr lang="zh-CN" altLang="en-US"/>
              <a:t>单击此处编辑母版文本样式</a:t>
            </a:r>
          </a:p>
        </p:txBody>
      </p:sp>
      <p:sp>
        <p:nvSpPr>
          <p:cNvPr id="6" name="Content Placeholder 5"/>
          <p:cNvSpPr>
            <a:spLocks noGrp="1"/>
          </p:cNvSpPr>
          <p:nvPr>
            <p:ph sz="quarter" idx="4"/>
          </p:nvPr>
        </p:nvSpPr>
        <p:spPr>
          <a:xfrm>
            <a:off x="25923243" y="14028420"/>
            <a:ext cx="21769390" cy="2063369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fld id="{608B2C1D-D4CE-43AE-B84A-BE179C92DEA0}" type="datetimeFigureOut">
              <a:rPr lang="zh-CN" altLang="en-US" smtClean="0"/>
              <a:t>2019/4/11</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ABDA3A1B-A72A-4361-919A-5BE75D974D9F}" type="slidenum">
              <a:rPr lang="zh-CN" altLang="en-US" smtClean="0"/>
              <a:t>‹#›</a:t>
            </a:fld>
            <a:endParaRPr lang="zh-CN" altLang="en-US"/>
          </a:p>
        </p:txBody>
      </p:sp>
    </p:spTree>
    <p:extLst>
      <p:ext uri="{BB962C8B-B14F-4D97-AF65-F5344CB8AC3E}">
        <p14:creationId xmlns:p14="http://schemas.microsoft.com/office/powerpoint/2010/main" val="2818987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608B2C1D-D4CE-43AE-B84A-BE179C92DEA0}" type="datetimeFigureOut">
              <a:rPr lang="zh-CN" altLang="en-US" smtClean="0"/>
              <a:t>2019/4/11</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ABDA3A1B-A72A-4361-919A-5BE75D974D9F}" type="slidenum">
              <a:rPr lang="zh-CN" altLang="en-US" smtClean="0"/>
              <a:t>‹#›</a:t>
            </a:fld>
            <a:endParaRPr lang="zh-CN" altLang="en-US"/>
          </a:p>
        </p:txBody>
      </p:sp>
    </p:spTree>
    <p:extLst>
      <p:ext uri="{BB962C8B-B14F-4D97-AF65-F5344CB8AC3E}">
        <p14:creationId xmlns:p14="http://schemas.microsoft.com/office/powerpoint/2010/main" val="485833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08B2C1D-D4CE-43AE-B84A-BE179C92DEA0}" type="datetimeFigureOut">
              <a:rPr lang="zh-CN" altLang="en-US" smtClean="0"/>
              <a:t>2019/4/11</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ABDA3A1B-A72A-4361-919A-5BE75D974D9F}" type="slidenum">
              <a:rPr lang="zh-CN" altLang="en-US" smtClean="0"/>
              <a:t>‹#›</a:t>
            </a:fld>
            <a:endParaRPr lang="zh-CN" altLang="en-US"/>
          </a:p>
        </p:txBody>
      </p:sp>
    </p:spTree>
    <p:extLst>
      <p:ext uri="{BB962C8B-B14F-4D97-AF65-F5344CB8AC3E}">
        <p14:creationId xmlns:p14="http://schemas.microsoft.com/office/powerpoint/2010/main" val="17384366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3527110" y="2560320"/>
            <a:ext cx="16515397" cy="8961120"/>
          </a:xfrm>
        </p:spPr>
        <p:txBody>
          <a:bodyPr anchor="b"/>
          <a:lstStyle>
            <a:lvl1pPr>
              <a:defRPr sz="17920"/>
            </a:lvl1pPr>
          </a:lstStyle>
          <a:p>
            <a:r>
              <a:rPr lang="zh-CN" altLang="en-US"/>
              <a:t>单击此处编辑母版标题样式</a:t>
            </a:r>
            <a:endParaRPr lang="en-US" dirty="0"/>
          </a:p>
        </p:txBody>
      </p:sp>
      <p:sp>
        <p:nvSpPr>
          <p:cNvPr id="3" name="Content Placeholder 2"/>
          <p:cNvSpPr>
            <a:spLocks noGrp="1"/>
          </p:cNvSpPr>
          <p:nvPr>
            <p:ph idx="1"/>
          </p:nvPr>
        </p:nvSpPr>
        <p:spPr>
          <a:xfrm>
            <a:off x="21769390" y="5529588"/>
            <a:ext cx="25923240" cy="27292300"/>
          </a:xfrm>
        </p:spPr>
        <p:txBody>
          <a:bodyPr/>
          <a:lstStyle>
            <a:lvl1pPr>
              <a:defRPr sz="17920"/>
            </a:lvl1pPr>
            <a:lvl2pPr>
              <a:defRPr sz="15680"/>
            </a:lvl2pPr>
            <a:lvl3pPr>
              <a:defRPr sz="13440"/>
            </a:lvl3pPr>
            <a:lvl4pPr>
              <a:defRPr sz="11200"/>
            </a:lvl4pPr>
            <a:lvl5pPr>
              <a:defRPr sz="11200"/>
            </a:lvl5pPr>
            <a:lvl6pPr>
              <a:defRPr sz="11200"/>
            </a:lvl6pPr>
            <a:lvl7pPr>
              <a:defRPr sz="11200"/>
            </a:lvl7pPr>
            <a:lvl8pPr>
              <a:defRPr sz="11200"/>
            </a:lvl8pPr>
            <a:lvl9pPr>
              <a:defRPr sz="112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3527110" y="11521440"/>
            <a:ext cx="16515397" cy="21344893"/>
          </a:xfrm>
        </p:spPr>
        <p:txBody>
          <a:bodyPr/>
          <a:lstStyle>
            <a:lvl1pPr marL="0" indent="0">
              <a:buNone/>
              <a:defRPr sz="8960"/>
            </a:lvl1pPr>
            <a:lvl2pPr marL="2560320" indent="0">
              <a:buNone/>
              <a:defRPr sz="7840"/>
            </a:lvl2pPr>
            <a:lvl3pPr marL="5120640" indent="0">
              <a:buNone/>
              <a:defRPr sz="6720"/>
            </a:lvl3pPr>
            <a:lvl4pPr marL="7680960" indent="0">
              <a:buNone/>
              <a:defRPr sz="5600"/>
            </a:lvl4pPr>
            <a:lvl5pPr marL="10241280" indent="0">
              <a:buNone/>
              <a:defRPr sz="5600"/>
            </a:lvl5pPr>
            <a:lvl6pPr marL="12801600" indent="0">
              <a:buNone/>
              <a:defRPr sz="5600"/>
            </a:lvl6pPr>
            <a:lvl7pPr marL="15361920" indent="0">
              <a:buNone/>
              <a:defRPr sz="5600"/>
            </a:lvl7pPr>
            <a:lvl8pPr marL="17922240" indent="0">
              <a:buNone/>
              <a:defRPr sz="5600"/>
            </a:lvl8pPr>
            <a:lvl9pPr marL="20482560" indent="0">
              <a:buNone/>
              <a:defRPr sz="56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08B2C1D-D4CE-43AE-B84A-BE179C92DEA0}" type="datetimeFigureOut">
              <a:rPr lang="zh-CN" altLang="en-US" smtClean="0"/>
              <a:t>2019/4/11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BDA3A1B-A72A-4361-919A-5BE75D974D9F}" type="slidenum">
              <a:rPr lang="zh-CN" altLang="en-US" smtClean="0"/>
              <a:t>‹#›</a:t>
            </a:fld>
            <a:endParaRPr lang="zh-CN" altLang="en-US"/>
          </a:p>
        </p:txBody>
      </p:sp>
    </p:spTree>
    <p:extLst>
      <p:ext uri="{BB962C8B-B14F-4D97-AF65-F5344CB8AC3E}">
        <p14:creationId xmlns:p14="http://schemas.microsoft.com/office/powerpoint/2010/main" val="3134030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3527110" y="2560320"/>
            <a:ext cx="16515397" cy="8961120"/>
          </a:xfrm>
        </p:spPr>
        <p:txBody>
          <a:bodyPr anchor="b"/>
          <a:lstStyle>
            <a:lvl1pPr>
              <a:defRPr sz="1792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21769390" y="5529588"/>
            <a:ext cx="25923240" cy="27292300"/>
          </a:xfrm>
        </p:spPr>
        <p:txBody>
          <a:bodyPr anchor="t"/>
          <a:lstStyle>
            <a:lvl1pPr marL="0" indent="0">
              <a:buNone/>
              <a:defRPr sz="17920"/>
            </a:lvl1pPr>
            <a:lvl2pPr marL="2560320" indent="0">
              <a:buNone/>
              <a:defRPr sz="15680"/>
            </a:lvl2pPr>
            <a:lvl3pPr marL="5120640" indent="0">
              <a:buNone/>
              <a:defRPr sz="13440"/>
            </a:lvl3pPr>
            <a:lvl4pPr marL="7680960" indent="0">
              <a:buNone/>
              <a:defRPr sz="11200"/>
            </a:lvl4pPr>
            <a:lvl5pPr marL="10241280" indent="0">
              <a:buNone/>
              <a:defRPr sz="11200"/>
            </a:lvl5pPr>
            <a:lvl6pPr marL="12801600" indent="0">
              <a:buNone/>
              <a:defRPr sz="11200"/>
            </a:lvl6pPr>
            <a:lvl7pPr marL="15361920" indent="0">
              <a:buNone/>
              <a:defRPr sz="11200"/>
            </a:lvl7pPr>
            <a:lvl8pPr marL="17922240" indent="0">
              <a:buNone/>
              <a:defRPr sz="11200"/>
            </a:lvl8pPr>
            <a:lvl9pPr marL="20482560" indent="0">
              <a:buNone/>
              <a:defRPr sz="11200"/>
            </a:lvl9pPr>
          </a:lstStyle>
          <a:p>
            <a:r>
              <a:rPr lang="zh-CN" altLang="en-US"/>
              <a:t>单击图标添加图片</a:t>
            </a:r>
            <a:endParaRPr lang="en-US" dirty="0"/>
          </a:p>
        </p:txBody>
      </p:sp>
      <p:sp>
        <p:nvSpPr>
          <p:cNvPr id="4" name="Text Placeholder 3"/>
          <p:cNvSpPr>
            <a:spLocks noGrp="1"/>
          </p:cNvSpPr>
          <p:nvPr>
            <p:ph type="body" sz="half" idx="2"/>
          </p:nvPr>
        </p:nvSpPr>
        <p:spPr>
          <a:xfrm>
            <a:off x="3527110" y="11521440"/>
            <a:ext cx="16515397" cy="21344893"/>
          </a:xfrm>
        </p:spPr>
        <p:txBody>
          <a:bodyPr/>
          <a:lstStyle>
            <a:lvl1pPr marL="0" indent="0">
              <a:buNone/>
              <a:defRPr sz="8960"/>
            </a:lvl1pPr>
            <a:lvl2pPr marL="2560320" indent="0">
              <a:buNone/>
              <a:defRPr sz="7840"/>
            </a:lvl2pPr>
            <a:lvl3pPr marL="5120640" indent="0">
              <a:buNone/>
              <a:defRPr sz="6720"/>
            </a:lvl3pPr>
            <a:lvl4pPr marL="7680960" indent="0">
              <a:buNone/>
              <a:defRPr sz="5600"/>
            </a:lvl4pPr>
            <a:lvl5pPr marL="10241280" indent="0">
              <a:buNone/>
              <a:defRPr sz="5600"/>
            </a:lvl5pPr>
            <a:lvl6pPr marL="12801600" indent="0">
              <a:buNone/>
              <a:defRPr sz="5600"/>
            </a:lvl6pPr>
            <a:lvl7pPr marL="15361920" indent="0">
              <a:buNone/>
              <a:defRPr sz="5600"/>
            </a:lvl7pPr>
            <a:lvl8pPr marL="17922240" indent="0">
              <a:buNone/>
              <a:defRPr sz="5600"/>
            </a:lvl8pPr>
            <a:lvl9pPr marL="20482560" indent="0">
              <a:buNone/>
              <a:defRPr sz="56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608B2C1D-D4CE-43AE-B84A-BE179C92DEA0}" type="datetimeFigureOut">
              <a:rPr lang="zh-CN" altLang="en-US" smtClean="0"/>
              <a:t>2019/4/11</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ABDA3A1B-A72A-4361-919A-5BE75D974D9F}" type="slidenum">
              <a:rPr lang="zh-CN" altLang="en-US" smtClean="0"/>
              <a:t>‹#›</a:t>
            </a:fld>
            <a:endParaRPr lang="zh-CN" altLang="en-US"/>
          </a:p>
        </p:txBody>
      </p:sp>
    </p:spTree>
    <p:extLst>
      <p:ext uri="{BB962C8B-B14F-4D97-AF65-F5344CB8AC3E}">
        <p14:creationId xmlns:p14="http://schemas.microsoft.com/office/powerpoint/2010/main" val="33760713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08B2C1D-D4CE-43AE-B84A-BE179C92DEA0}" type="datetimeFigureOut">
              <a:rPr lang="zh-CN" altLang="en-US" smtClean="0"/>
              <a:t>2019/4/11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BDA3A1B-A72A-4361-919A-5BE75D974D9F}" type="slidenum">
              <a:rPr lang="zh-CN" altLang="en-US" smtClean="0"/>
              <a:t>‹#›</a:t>
            </a:fld>
            <a:endParaRPr lang="zh-CN" altLang="en-US"/>
          </a:p>
        </p:txBody>
      </p:sp>
    </p:spTree>
    <p:extLst>
      <p:ext uri="{BB962C8B-B14F-4D97-AF65-F5344CB8AC3E}">
        <p14:creationId xmlns:p14="http://schemas.microsoft.com/office/powerpoint/2010/main" val="1746348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644583" y="2044700"/>
            <a:ext cx="11041380" cy="32546293"/>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3520443" y="2044700"/>
            <a:ext cx="32484060" cy="32546293"/>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fld id="{608B2C1D-D4CE-43AE-B84A-BE179C92DEA0}" type="datetimeFigureOut">
              <a:rPr lang="zh-CN" altLang="en-US" smtClean="0"/>
              <a:t>2019/4/11</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ABDA3A1B-A72A-4361-919A-5BE75D974D9F}" type="slidenum">
              <a:rPr lang="zh-CN" altLang="en-US" smtClean="0"/>
              <a:t>‹#›</a:t>
            </a:fld>
            <a:endParaRPr lang="zh-CN" altLang="en-US"/>
          </a:p>
        </p:txBody>
      </p:sp>
    </p:spTree>
    <p:extLst>
      <p:ext uri="{BB962C8B-B14F-4D97-AF65-F5344CB8AC3E}">
        <p14:creationId xmlns:p14="http://schemas.microsoft.com/office/powerpoint/2010/main" val="1796208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20440" y="2044708"/>
            <a:ext cx="44165520" cy="742315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3520440" y="10223500"/>
            <a:ext cx="44165520" cy="2436749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3520440" y="35595568"/>
            <a:ext cx="11521440" cy="2044700"/>
          </a:xfrm>
          <a:prstGeom prst="rect">
            <a:avLst/>
          </a:prstGeom>
        </p:spPr>
        <p:txBody>
          <a:bodyPr vert="horz" lIns="91440" tIns="45720" rIns="91440" bIns="45720" rtlCol="0" anchor="ctr"/>
          <a:lstStyle>
            <a:lvl1pPr algn="l">
              <a:defRPr sz="6720">
                <a:solidFill>
                  <a:schemeClr val="tx1">
                    <a:tint val="75000"/>
                  </a:schemeClr>
                </a:solidFill>
              </a:defRPr>
            </a:lvl1pPr>
          </a:lstStyle>
          <a:p>
            <a:fld id="{608B2C1D-D4CE-43AE-B84A-BE179C92DEA0}" type="datetimeFigureOut">
              <a:rPr lang="zh-CN" altLang="en-US" smtClean="0"/>
              <a:t>2019/4/11</a:t>
            </a:fld>
            <a:endParaRPr lang="zh-CN" altLang="en-US"/>
          </a:p>
        </p:txBody>
      </p:sp>
      <p:sp>
        <p:nvSpPr>
          <p:cNvPr id="5" name="Footer Placeholder 4"/>
          <p:cNvSpPr>
            <a:spLocks noGrp="1"/>
          </p:cNvSpPr>
          <p:nvPr>
            <p:ph type="ftr" sz="quarter" idx="3"/>
          </p:nvPr>
        </p:nvSpPr>
        <p:spPr>
          <a:xfrm>
            <a:off x="16962120" y="35595568"/>
            <a:ext cx="17282160" cy="2044700"/>
          </a:xfrm>
          <a:prstGeom prst="rect">
            <a:avLst/>
          </a:prstGeom>
        </p:spPr>
        <p:txBody>
          <a:bodyPr vert="horz" lIns="91440" tIns="45720" rIns="91440" bIns="45720" rtlCol="0" anchor="ctr"/>
          <a:lstStyle>
            <a:lvl1pPr algn="ctr">
              <a:defRPr sz="6720">
                <a:solidFill>
                  <a:schemeClr val="tx1">
                    <a:tint val="75000"/>
                  </a:schemeClr>
                </a:solidFill>
              </a:defRPr>
            </a:lvl1pPr>
          </a:lstStyle>
          <a:p>
            <a:endParaRPr lang="zh-CN" altLang="en-US"/>
          </a:p>
        </p:txBody>
      </p:sp>
      <p:sp>
        <p:nvSpPr>
          <p:cNvPr id="6" name="Slide Number Placeholder 5"/>
          <p:cNvSpPr>
            <a:spLocks noGrp="1"/>
          </p:cNvSpPr>
          <p:nvPr>
            <p:ph type="sldNum" sz="quarter" idx="4"/>
          </p:nvPr>
        </p:nvSpPr>
        <p:spPr>
          <a:xfrm>
            <a:off x="36164520" y="35595568"/>
            <a:ext cx="11521440" cy="2044700"/>
          </a:xfrm>
          <a:prstGeom prst="rect">
            <a:avLst/>
          </a:prstGeom>
        </p:spPr>
        <p:txBody>
          <a:bodyPr vert="horz" lIns="91440" tIns="45720" rIns="91440" bIns="45720" rtlCol="0" anchor="ctr"/>
          <a:lstStyle>
            <a:lvl1pPr algn="r">
              <a:defRPr sz="6720">
                <a:solidFill>
                  <a:schemeClr val="tx1">
                    <a:tint val="75000"/>
                  </a:schemeClr>
                </a:solidFill>
              </a:defRPr>
            </a:lvl1pPr>
          </a:lstStyle>
          <a:p>
            <a:fld id="{ABDA3A1B-A72A-4361-919A-5BE75D974D9F}" type="slidenum">
              <a:rPr lang="zh-CN" altLang="en-US" smtClean="0"/>
              <a:t>‹#›</a:t>
            </a:fld>
            <a:endParaRPr lang="zh-CN" altLang="en-US"/>
          </a:p>
        </p:txBody>
      </p:sp>
    </p:spTree>
    <p:extLst>
      <p:ext uri="{BB962C8B-B14F-4D97-AF65-F5344CB8AC3E}">
        <p14:creationId xmlns:p14="http://schemas.microsoft.com/office/powerpoint/2010/main" val="159001534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5120640" rtl="0" eaLnBrk="1" latinLnBrk="0" hangingPunct="1">
        <a:lnSpc>
          <a:spcPct val="90000"/>
        </a:lnSpc>
        <a:spcBef>
          <a:spcPct val="0"/>
        </a:spcBef>
        <a:buNone/>
        <a:defRPr sz="24640" kern="1200">
          <a:solidFill>
            <a:schemeClr val="tx1"/>
          </a:solidFill>
          <a:latin typeface="+mj-lt"/>
          <a:ea typeface="+mj-ea"/>
          <a:cs typeface="+mj-cs"/>
        </a:defRPr>
      </a:lvl1pPr>
    </p:titleStyle>
    <p:bodyStyle>
      <a:lvl1pPr marL="1280160" indent="-1280160" algn="l" defTabSz="5120640" rtl="0" eaLnBrk="1" latinLnBrk="0" hangingPunct="1">
        <a:lnSpc>
          <a:spcPct val="90000"/>
        </a:lnSpc>
        <a:spcBef>
          <a:spcPts val="5600"/>
        </a:spcBef>
        <a:buFont typeface="Arial" panose="020B0604020202020204" pitchFamily="34" charset="0"/>
        <a:buChar char="•"/>
        <a:defRPr sz="15680" kern="1200">
          <a:solidFill>
            <a:schemeClr val="tx1"/>
          </a:solidFill>
          <a:latin typeface="+mn-lt"/>
          <a:ea typeface="+mn-ea"/>
          <a:cs typeface="+mn-cs"/>
        </a:defRPr>
      </a:lvl1pPr>
      <a:lvl2pPr marL="3840480" indent="-1280160" algn="l" defTabSz="5120640" rtl="0" eaLnBrk="1" latinLnBrk="0" hangingPunct="1">
        <a:lnSpc>
          <a:spcPct val="90000"/>
        </a:lnSpc>
        <a:spcBef>
          <a:spcPts val="2800"/>
        </a:spcBef>
        <a:buFont typeface="Arial" panose="020B0604020202020204" pitchFamily="34" charset="0"/>
        <a:buChar char="•"/>
        <a:defRPr sz="13440" kern="1200">
          <a:solidFill>
            <a:schemeClr val="tx1"/>
          </a:solidFill>
          <a:latin typeface="+mn-lt"/>
          <a:ea typeface="+mn-ea"/>
          <a:cs typeface="+mn-cs"/>
        </a:defRPr>
      </a:lvl2pPr>
      <a:lvl3pPr marL="6400800" indent="-1280160" algn="l" defTabSz="5120640" rtl="0" eaLnBrk="1" latinLnBrk="0" hangingPunct="1">
        <a:lnSpc>
          <a:spcPct val="90000"/>
        </a:lnSpc>
        <a:spcBef>
          <a:spcPts val="2800"/>
        </a:spcBef>
        <a:buFont typeface="Arial" panose="020B0604020202020204" pitchFamily="34" charset="0"/>
        <a:buChar char="•"/>
        <a:defRPr sz="11200" kern="1200">
          <a:solidFill>
            <a:schemeClr val="tx1"/>
          </a:solidFill>
          <a:latin typeface="+mn-lt"/>
          <a:ea typeface="+mn-ea"/>
          <a:cs typeface="+mn-cs"/>
        </a:defRPr>
      </a:lvl3pPr>
      <a:lvl4pPr marL="896112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4pPr>
      <a:lvl5pPr marL="1152144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5pPr>
      <a:lvl6pPr marL="1408176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6pPr>
      <a:lvl7pPr marL="1664208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7pPr>
      <a:lvl8pPr marL="1920240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8pPr>
      <a:lvl9pPr marL="2176272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9pPr>
    </p:bodyStyle>
    <p:otherStyle>
      <a:defPPr>
        <a:defRPr lang="en-US"/>
      </a:defPPr>
      <a:lvl1pPr marL="0" algn="l" defTabSz="5120640" rtl="0" eaLnBrk="1" latinLnBrk="0" hangingPunct="1">
        <a:defRPr sz="10080" kern="1200">
          <a:solidFill>
            <a:schemeClr val="tx1"/>
          </a:solidFill>
          <a:latin typeface="+mn-lt"/>
          <a:ea typeface="+mn-ea"/>
          <a:cs typeface="+mn-cs"/>
        </a:defRPr>
      </a:lvl1pPr>
      <a:lvl2pPr marL="2560320" algn="l" defTabSz="5120640" rtl="0" eaLnBrk="1" latinLnBrk="0" hangingPunct="1">
        <a:defRPr sz="10080" kern="1200">
          <a:solidFill>
            <a:schemeClr val="tx1"/>
          </a:solidFill>
          <a:latin typeface="+mn-lt"/>
          <a:ea typeface="+mn-ea"/>
          <a:cs typeface="+mn-cs"/>
        </a:defRPr>
      </a:lvl2pPr>
      <a:lvl3pPr marL="5120640" algn="l" defTabSz="5120640" rtl="0" eaLnBrk="1" latinLnBrk="0" hangingPunct="1">
        <a:defRPr sz="10080" kern="1200">
          <a:solidFill>
            <a:schemeClr val="tx1"/>
          </a:solidFill>
          <a:latin typeface="+mn-lt"/>
          <a:ea typeface="+mn-ea"/>
          <a:cs typeface="+mn-cs"/>
        </a:defRPr>
      </a:lvl3pPr>
      <a:lvl4pPr marL="7680960" algn="l" defTabSz="5120640" rtl="0" eaLnBrk="1" latinLnBrk="0" hangingPunct="1">
        <a:defRPr sz="10080" kern="1200">
          <a:solidFill>
            <a:schemeClr val="tx1"/>
          </a:solidFill>
          <a:latin typeface="+mn-lt"/>
          <a:ea typeface="+mn-ea"/>
          <a:cs typeface="+mn-cs"/>
        </a:defRPr>
      </a:lvl4pPr>
      <a:lvl5pPr marL="10241280" algn="l" defTabSz="5120640" rtl="0" eaLnBrk="1" latinLnBrk="0" hangingPunct="1">
        <a:defRPr sz="10080" kern="1200">
          <a:solidFill>
            <a:schemeClr val="tx1"/>
          </a:solidFill>
          <a:latin typeface="+mn-lt"/>
          <a:ea typeface="+mn-ea"/>
          <a:cs typeface="+mn-cs"/>
        </a:defRPr>
      </a:lvl5pPr>
      <a:lvl6pPr marL="12801600" algn="l" defTabSz="5120640" rtl="0" eaLnBrk="1" latinLnBrk="0" hangingPunct="1">
        <a:defRPr sz="10080" kern="1200">
          <a:solidFill>
            <a:schemeClr val="tx1"/>
          </a:solidFill>
          <a:latin typeface="+mn-lt"/>
          <a:ea typeface="+mn-ea"/>
          <a:cs typeface="+mn-cs"/>
        </a:defRPr>
      </a:lvl6pPr>
      <a:lvl7pPr marL="15361920" algn="l" defTabSz="5120640" rtl="0" eaLnBrk="1" latinLnBrk="0" hangingPunct="1">
        <a:defRPr sz="10080" kern="1200">
          <a:solidFill>
            <a:schemeClr val="tx1"/>
          </a:solidFill>
          <a:latin typeface="+mn-lt"/>
          <a:ea typeface="+mn-ea"/>
          <a:cs typeface="+mn-cs"/>
        </a:defRPr>
      </a:lvl7pPr>
      <a:lvl8pPr marL="17922240" algn="l" defTabSz="5120640" rtl="0" eaLnBrk="1" latinLnBrk="0" hangingPunct="1">
        <a:defRPr sz="10080" kern="1200">
          <a:solidFill>
            <a:schemeClr val="tx1"/>
          </a:solidFill>
          <a:latin typeface="+mn-lt"/>
          <a:ea typeface="+mn-ea"/>
          <a:cs typeface="+mn-cs"/>
        </a:defRPr>
      </a:lvl8pPr>
      <a:lvl9pPr marL="20482560" algn="l" defTabSz="5120640" rtl="0" eaLnBrk="1" latinLnBrk="0" hangingPunct="1">
        <a:defRPr sz="100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100000">
              <a:schemeClr val="accent1">
                <a:lumMod val="75000"/>
                <a:alpha val="70000"/>
              </a:schemeClr>
            </a:gs>
            <a:gs pos="72000">
              <a:schemeClr val="accent1">
                <a:lumMod val="60000"/>
                <a:lumOff val="40000"/>
              </a:schemeClr>
            </a:gs>
            <a:gs pos="44000">
              <a:schemeClr val="accent1">
                <a:lumMod val="45000"/>
                <a:lumOff val="55000"/>
              </a:schemeClr>
            </a:gs>
            <a:gs pos="22000">
              <a:schemeClr val="accent1">
                <a:lumMod val="20000"/>
                <a:lumOff val="80000"/>
              </a:schemeClr>
            </a:gs>
            <a:gs pos="0">
              <a:schemeClr val="bg1"/>
            </a:gs>
          </a:gsLst>
          <a:lin ang="5400000" scaled="1"/>
        </a:gradFill>
        <a:effectLst/>
      </p:bgPr>
    </p:bg>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ECABC1D-316E-486C-9E0E-64D62346FAF0}"/>
              </a:ext>
            </a:extLst>
          </p:cNvPr>
          <p:cNvSpPr>
            <a:spLocks noGrp="1"/>
          </p:cNvSpPr>
          <p:nvPr>
            <p:ph type="ctrTitle"/>
          </p:nvPr>
        </p:nvSpPr>
        <p:spPr>
          <a:xfrm>
            <a:off x="4966839" y="888915"/>
            <a:ext cx="41272721" cy="3116424"/>
          </a:xfrm>
        </p:spPr>
        <p:txBody>
          <a:bodyPr>
            <a:noAutofit/>
          </a:bodyPr>
          <a:lstStyle/>
          <a:p>
            <a:pPr>
              <a:lnSpc>
                <a:spcPct val="100000"/>
              </a:lnSpc>
            </a:pPr>
            <a:r>
              <a:rPr lang="en-US" altLang="zh-CN" sz="9629" b="1" dirty="0">
                <a:latin typeface="Arial" panose="020B0604020202020204" pitchFamily="34" charset="0"/>
                <a:cs typeface="Arial" panose="020B0604020202020204" pitchFamily="34" charset="0"/>
              </a:rPr>
              <a:t>Creating a Digital Environment that Increases Research’s Accountability and Communication</a:t>
            </a:r>
            <a:endParaRPr lang="zh-CN" altLang="en-US" sz="9629" b="1" dirty="0">
              <a:latin typeface="Arial" panose="020B0604020202020204" pitchFamily="34" charset="0"/>
              <a:cs typeface="Arial" panose="020B0604020202020204" pitchFamily="34" charset="0"/>
            </a:endParaRPr>
          </a:p>
        </p:txBody>
      </p:sp>
      <p:sp>
        <p:nvSpPr>
          <p:cNvPr id="3" name="副标题 2">
            <a:extLst>
              <a:ext uri="{FF2B5EF4-FFF2-40B4-BE49-F238E27FC236}">
                <a16:creationId xmlns:a16="http://schemas.microsoft.com/office/drawing/2014/main" id="{3C3EC5A0-2CE3-4025-88CE-2AD4DF8295E5}"/>
              </a:ext>
            </a:extLst>
          </p:cNvPr>
          <p:cNvSpPr>
            <a:spLocks noGrp="1"/>
          </p:cNvSpPr>
          <p:nvPr>
            <p:ph type="subTitle" idx="1"/>
          </p:nvPr>
        </p:nvSpPr>
        <p:spPr>
          <a:xfrm>
            <a:off x="10176719" y="4490549"/>
            <a:ext cx="30711469" cy="2481502"/>
          </a:xfrm>
        </p:spPr>
        <p:txBody>
          <a:bodyPr>
            <a:normAutofit/>
          </a:bodyPr>
          <a:lstStyle/>
          <a:p>
            <a:pPr>
              <a:lnSpc>
                <a:spcPct val="100000"/>
              </a:lnSpc>
            </a:pPr>
            <a:r>
              <a:rPr lang="en-US" altLang="zh-CN" sz="7004" dirty="0">
                <a:latin typeface="Arial" panose="020B0604020202020204" pitchFamily="34" charset="0"/>
                <a:cs typeface="Arial" panose="020B0604020202020204" pitchFamily="34" charset="0"/>
              </a:rPr>
              <a:t>Andrew Hayden, Emad Davis, and Mengjin Sun, supervised by Dr. Jia Wan, Class Project for CSCI 346</a:t>
            </a:r>
            <a:endParaRPr lang="zh-CN" altLang="en-US" sz="7004" dirty="0">
              <a:latin typeface="Arial" panose="020B0604020202020204" pitchFamily="34" charset="0"/>
              <a:cs typeface="Arial" panose="020B0604020202020204" pitchFamily="34" charset="0"/>
            </a:endParaRPr>
          </a:p>
        </p:txBody>
      </p:sp>
      <p:pic>
        <p:nvPicPr>
          <p:cNvPr id="4" name="Picture 38">
            <a:extLst>
              <a:ext uri="{FF2B5EF4-FFF2-40B4-BE49-F238E27FC236}">
                <a16:creationId xmlns:a16="http://schemas.microsoft.com/office/drawing/2014/main" id="{8350DBD3-22F8-4009-B6A6-C5C5F6C0A201}"/>
              </a:ext>
            </a:extLst>
          </p:cNvPr>
          <p:cNvPicPr>
            <a:picLocks noChangeAspect="1"/>
          </p:cNvPicPr>
          <p:nvPr/>
        </p:nvPicPr>
        <p:blipFill>
          <a:blip r:embed="rId3"/>
          <a:stretch>
            <a:fillRect/>
          </a:stretch>
        </p:blipFill>
        <p:spPr>
          <a:xfrm>
            <a:off x="46098069" y="1206966"/>
            <a:ext cx="3739024" cy="4134389"/>
          </a:xfrm>
          <a:prstGeom prst="rect">
            <a:avLst/>
          </a:prstGeom>
        </p:spPr>
      </p:pic>
      <p:sp>
        <p:nvSpPr>
          <p:cNvPr id="9" name="文本框 8">
            <a:extLst>
              <a:ext uri="{FF2B5EF4-FFF2-40B4-BE49-F238E27FC236}">
                <a16:creationId xmlns:a16="http://schemas.microsoft.com/office/drawing/2014/main" id="{D98D6BA8-42E5-46C3-8B8F-66AC372A2455}"/>
              </a:ext>
            </a:extLst>
          </p:cNvPr>
          <p:cNvSpPr txBox="1"/>
          <p:nvPr/>
        </p:nvSpPr>
        <p:spPr>
          <a:xfrm>
            <a:off x="1317288" y="19392727"/>
            <a:ext cx="13229775" cy="826958"/>
          </a:xfrm>
          <a:prstGeom prst="rect">
            <a:avLst/>
          </a:prstGeom>
          <a:noFill/>
        </p:spPr>
        <p:txBody>
          <a:bodyPr wrap="square" rtlCol="0">
            <a:spAutoFit/>
          </a:bodyPr>
          <a:lstStyle/>
          <a:p>
            <a:pPr algn="ctr">
              <a:lnSpc>
                <a:spcPct val="150000"/>
              </a:lnSpc>
            </a:pPr>
            <a:r>
              <a:rPr lang="en-US" altLang="zh-CN" sz="3600" b="1" u="sng" dirty="0">
                <a:latin typeface="Arial" panose="020B0604020202020204" pitchFamily="34" charset="0"/>
                <a:cs typeface="Arial" panose="020B0604020202020204" pitchFamily="34" charset="0"/>
              </a:rPr>
              <a:t>Technology Package</a:t>
            </a:r>
          </a:p>
        </p:txBody>
      </p:sp>
      <p:sp>
        <p:nvSpPr>
          <p:cNvPr id="11" name="文本框 10">
            <a:extLst>
              <a:ext uri="{FF2B5EF4-FFF2-40B4-BE49-F238E27FC236}">
                <a16:creationId xmlns:a16="http://schemas.microsoft.com/office/drawing/2014/main" id="{687542EF-97A8-45E8-A356-F2A1F8C5D961}"/>
              </a:ext>
            </a:extLst>
          </p:cNvPr>
          <p:cNvSpPr txBox="1"/>
          <p:nvPr/>
        </p:nvSpPr>
        <p:spPr>
          <a:xfrm>
            <a:off x="12335557" y="17683523"/>
            <a:ext cx="3427867" cy="425822"/>
          </a:xfrm>
          <a:prstGeom prst="rect">
            <a:avLst/>
          </a:prstGeom>
          <a:noFill/>
        </p:spPr>
        <p:txBody>
          <a:bodyPr wrap="square" rtlCol="0">
            <a:spAutoFit/>
          </a:bodyPr>
          <a:lstStyle/>
          <a:p>
            <a:r>
              <a:rPr lang="en-US" altLang="zh-CN" sz="2167" dirty="0">
                <a:latin typeface="Arial" panose="020B0604020202020204" pitchFamily="34" charset="0"/>
                <a:cs typeface="Arial" panose="020B0604020202020204" pitchFamily="34" charset="0"/>
              </a:rPr>
              <a:t>FIGURE 1. Project Plan</a:t>
            </a:r>
            <a:endParaRPr lang="zh-CN" altLang="en-US" sz="2167" dirty="0">
              <a:latin typeface="Arial" panose="020B0604020202020204" pitchFamily="34" charset="0"/>
              <a:cs typeface="Arial" panose="020B0604020202020204" pitchFamily="34" charset="0"/>
            </a:endParaRPr>
          </a:p>
        </p:txBody>
      </p:sp>
      <p:sp>
        <p:nvSpPr>
          <p:cNvPr id="15" name="文本框 14">
            <a:extLst>
              <a:ext uri="{FF2B5EF4-FFF2-40B4-BE49-F238E27FC236}">
                <a16:creationId xmlns:a16="http://schemas.microsoft.com/office/drawing/2014/main" id="{C53A2F19-C686-4082-B092-A58DB8A7F035}"/>
              </a:ext>
            </a:extLst>
          </p:cNvPr>
          <p:cNvSpPr txBox="1"/>
          <p:nvPr/>
        </p:nvSpPr>
        <p:spPr>
          <a:xfrm>
            <a:off x="5479143" y="35876716"/>
            <a:ext cx="6522530" cy="425822"/>
          </a:xfrm>
          <a:prstGeom prst="rect">
            <a:avLst/>
          </a:prstGeom>
          <a:noFill/>
        </p:spPr>
        <p:txBody>
          <a:bodyPr wrap="square" rtlCol="0">
            <a:spAutoFit/>
          </a:bodyPr>
          <a:lstStyle/>
          <a:p>
            <a:r>
              <a:rPr lang="en-US" altLang="zh-CN" sz="2167" dirty="0">
                <a:latin typeface="Arial" panose="020B0604020202020204" pitchFamily="34" charset="0"/>
                <a:cs typeface="Arial" panose="020B0604020202020204" pitchFamily="34" charset="0"/>
              </a:rPr>
              <a:t>FIGURE 2: Communication Process on the website</a:t>
            </a:r>
            <a:endParaRPr lang="zh-CN" altLang="en-US" sz="2167" dirty="0">
              <a:latin typeface="Arial" panose="020B0604020202020204" pitchFamily="34" charset="0"/>
              <a:cs typeface="Arial" panose="020B0604020202020204" pitchFamily="34" charset="0"/>
            </a:endParaRPr>
          </a:p>
        </p:txBody>
      </p:sp>
      <p:sp>
        <p:nvSpPr>
          <p:cNvPr id="16" name="文本框 15">
            <a:extLst>
              <a:ext uri="{FF2B5EF4-FFF2-40B4-BE49-F238E27FC236}">
                <a16:creationId xmlns:a16="http://schemas.microsoft.com/office/drawing/2014/main" id="{F3EADEAD-FD99-43F0-ADCB-4E99454A027C}"/>
              </a:ext>
            </a:extLst>
          </p:cNvPr>
          <p:cNvSpPr txBox="1"/>
          <p:nvPr/>
        </p:nvSpPr>
        <p:spPr>
          <a:xfrm>
            <a:off x="36293770" y="17490047"/>
            <a:ext cx="13706605" cy="3313664"/>
          </a:xfrm>
          <a:prstGeom prst="rect">
            <a:avLst/>
          </a:prstGeom>
          <a:noFill/>
        </p:spPr>
        <p:txBody>
          <a:bodyPr wrap="square" rtlCol="0">
            <a:spAutoFit/>
          </a:bodyPr>
          <a:lstStyle/>
          <a:p>
            <a:pPr algn="ctr">
              <a:lnSpc>
                <a:spcPct val="150000"/>
              </a:lnSpc>
            </a:pPr>
            <a:r>
              <a:rPr lang="en-US" altLang="zh-CN" sz="3600" b="1" u="sng" dirty="0">
                <a:latin typeface="Arial" panose="020B0604020202020204" pitchFamily="34" charset="0"/>
                <a:cs typeface="Arial" panose="020B0604020202020204" pitchFamily="34" charset="0"/>
              </a:rPr>
              <a:t>Developments On the Way</a:t>
            </a:r>
          </a:p>
          <a:p>
            <a:pPr marL="592968" indent="-592968">
              <a:lnSpc>
                <a:spcPct val="150000"/>
              </a:lnSpc>
              <a:buFont typeface="Arial" panose="020B0604020202020204" pitchFamily="34" charset="0"/>
              <a:buChar char="•"/>
            </a:pPr>
            <a:r>
              <a:rPr lang="en-US" altLang="zh-CN" sz="3600" dirty="0">
                <a:latin typeface="Arial" panose="020B0604020202020204" pitchFamily="34" charset="0"/>
                <a:cs typeface="Arial" panose="020B0604020202020204" pitchFamily="34" charset="0"/>
              </a:rPr>
              <a:t>Database implementation</a:t>
            </a:r>
          </a:p>
          <a:p>
            <a:pPr marL="592968" indent="-592968">
              <a:lnSpc>
                <a:spcPct val="150000"/>
              </a:lnSpc>
              <a:buFont typeface="Arial" panose="020B0604020202020204" pitchFamily="34" charset="0"/>
              <a:buChar char="•"/>
            </a:pPr>
            <a:r>
              <a:rPr lang="en-US" altLang="zh-CN" sz="3600" dirty="0">
                <a:latin typeface="Arial" panose="020B0604020202020204" pitchFamily="34" charset="0"/>
                <a:cs typeface="Arial" panose="020B0604020202020204" pitchFamily="34" charset="0"/>
              </a:rPr>
              <a:t>Refactoring and version management</a:t>
            </a:r>
          </a:p>
          <a:p>
            <a:pPr marL="592968" indent="-592968">
              <a:lnSpc>
                <a:spcPct val="150000"/>
              </a:lnSpc>
              <a:buFont typeface="Arial" panose="020B0604020202020204" pitchFamily="34" charset="0"/>
              <a:buChar char="•"/>
            </a:pPr>
            <a:endParaRPr lang="zh-CN" altLang="en-US" sz="3600" dirty="0">
              <a:latin typeface="Arial" panose="020B0604020202020204" pitchFamily="34" charset="0"/>
              <a:cs typeface="Arial" panose="020B0604020202020204" pitchFamily="34" charset="0"/>
            </a:endParaRPr>
          </a:p>
        </p:txBody>
      </p:sp>
      <p:sp>
        <p:nvSpPr>
          <p:cNvPr id="18" name="文本框 17">
            <a:extLst>
              <a:ext uri="{FF2B5EF4-FFF2-40B4-BE49-F238E27FC236}">
                <a16:creationId xmlns:a16="http://schemas.microsoft.com/office/drawing/2014/main" id="{E0DB884E-4E15-4210-BFD2-17CCAAA6D51E}"/>
              </a:ext>
            </a:extLst>
          </p:cNvPr>
          <p:cNvSpPr txBox="1"/>
          <p:nvPr/>
        </p:nvSpPr>
        <p:spPr>
          <a:xfrm>
            <a:off x="16684231" y="7303690"/>
            <a:ext cx="17964688" cy="4975657"/>
          </a:xfrm>
          <a:prstGeom prst="rect">
            <a:avLst/>
          </a:prstGeom>
          <a:noFill/>
          <a:ln>
            <a:noFill/>
          </a:ln>
        </p:spPr>
        <p:txBody>
          <a:bodyPr wrap="square" rtlCol="0">
            <a:spAutoFit/>
          </a:bodyPr>
          <a:lstStyle/>
          <a:p>
            <a:pPr algn="ctr">
              <a:lnSpc>
                <a:spcPct val="150000"/>
              </a:lnSpc>
            </a:pPr>
            <a:r>
              <a:rPr lang="en-US" altLang="zh-CN" sz="3600" b="1" u="sng" dirty="0">
                <a:latin typeface="Arial" panose="020B0604020202020204" pitchFamily="34" charset="0"/>
                <a:cs typeface="Arial" panose="020B0604020202020204" pitchFamily="34" charset="0"/>
              </a:rPr>
              <a:t>Outcomes</a:t>
            </a:r>
          </a:p>
          <a:p>
            <a:pPr>
              <a:lnSpc>
                <a:spcPct val="150000"/>
              </a:lnSpc>
            </a:pPr>
            <a:r>
              <a:rPr lang="en-US" altLang="zh-CN" sz="3600" dirty="0">
                <a:latin typeface="Arial" panose="020B0604020202020204" pitchFamily="34" charset="0"/>
                <a:cs typeface="Arial" panose="020B0604020202020204" pitchFamily="34" charset="0"/>
              </a:rPr>
              <a:t>Our team has built and developed a fully functional front end of the website, </a:t>
            </a:r>
            <a:r>
              <a:rPr lang="en-US" altLang="zh-CN" sz="3600" i="1" dirty="0">
                <a:latin typeface="Arial" panose="020B0604020202020204" pitchFamily="34" charset="0"/>
                <a:cs typeface="Arial" panose="020B0604020202020204" pitchFamily="34" charset="0"/>
              </a:rPr>
              <a:t>logSmart</a:t>
            </a:r>
            <a:r>
              <a:rPr lang="en-US" altLang="zh-CN" sz="3600" dirty="0">
                <a:latin typeface="Arial" panose="020B0604020202020204" pitchFamily="34" charset="0"/>
                <a:cs typeface="Arial" panose="020B0604020202020204" pitchFamily="34" charset="0"/>
              </a:rPr>
              <a:t>. This website will bridge the gap of communication between research advisors and their advisees. As of right now, users can navigate through an array of different pages which include the login page, create account page, home page, research log page, and many more.</a:t>
            </a:r>
          </a:p>
        </p:txBody>
      </p:sp>
      <p:sp>
        <p:nvSpPr>
          <p:cNvPr id="19" name="文本框 18">
            <a:extLst>
              <a:ext uri="{FF2B5EF4-FFF2-40B4-BE49-F238E27FC236}">
                <a16:creationId xmlns:a16="http://schemas.microsoft.com/office/drawing/2014/main" id="{6190C5A1-F708-41D3-8B5E-58008A5C0065}"/>
              </a:ext>
            </a:extLst>
          </p:cNvPr>
          <p:cNvSpPr txBox="1"/>
          <p:nvPr/>
        </p:nvSpPr>
        <p:spPr>
          <a:xfrm>
            <a:off x="32280302" y="18091771"/>
            <a:ext cx="2306015" cy="954107"/>
          </a:xfrm>
          <a:prstGeom prst="rect">
            <a:avLst/>
          </a:prstGeom>
          <a:noFill/>
        </p:spPr>
        <p:txBody>
          <a:bodyPr wrap="square" rtlCol="0">
            <a:spAutoFit/>
          </a:bodyPr>
          <a:lstStyle/>
          <a:p>
            <a:r>
              <a:rPr lang="en-US" altLang="zh-CN" sz="2800" dirty="0">
                <a:latin typeface="Arial" panose="020B0604020202020204" pitchFamily="34" charset="0"/>
                <a:cs typeface="Arial" panose="020B0604020202020204" pitchFamily="34" charset="0"/>
              </a:rPr>
              <a:t>FIGURE 3. </a:t>
            </a:r>
          </a:p>
          <a:p>
            <a:r>
              <a:rPr lang="en-US" altLang="zh-CN" sz="2800" dirty="0">
                <a:latin typeface="Arial" panose="020B0604020202020204" pitchFamily="34" charset="0"/>
                <a:cs typeface="Arial" panose="020B0604020202020204" pitchFamily="34" charset="0"/>
              </a:rPr>
              <a:t>Home page</a:t>
            </a:r>
            <a:endParaRPr lang="zh-CN" altLang="en-US" sz="2800" dirty="0">
              <a:latin typeface="Arial" panose="020B0604020202020204" pitchFamily="34" charset="0"/>
              <a:cs typeface="Arial" panose="020B0604020202020204" pitchFamily="34" charset="0"/>
            </a:endParaRPr>
          </a:p>
        </p:txBody>
      </p:sp>
      <p:sp>
        <p:nvSpPr>
          <p:cNvPr id="20" name="文本框 19">
            <a:extLst>
              <a:ext uri="{FF2B5EF4-FFF2-40B4-BE49-F238E27FC236}">
                <a16:creationId xmlns:a16="http://schemas.microsoft.com/office/drawing/2014/main" id="{9F2EE2C6-7CBF-4A5A-94F2-A81C9FB7C3CC}"/>
              </a:ext>
            </a:extLst>
          </p:cNvPr>
          <p:cNvSpPr txBox="1"/>
          <p:nvPr/>
        </p:nvSpPr>
        <p:spPr>
          <a:xfrm>
            <a:off x="32280302" y="28416521"/>
            <a:ext cx="2878189" cy="954107"/>
          </a:xfrm>
          <a:prstGeom prst="rect">
            <a:avLst/>
          </a:prstGeom>
          <a:noFill/>
        </p:spPr>
        <p:txBody>
          <a:bodyPr wrap="square" rtlCol="0">
            <a:spAutoFit/>
          </a:bodyPr>
          <a:lstStyle/>
          <a:p>
            <a:r>
              <a:rPr lang="en-US" altLang="zh-CN" sz="2800" dirty="0">
                <a:latin typeface="Arial" panose="020B0604020202020204" pitchFamily="34" charset="0"/>
                <a:cs typeface="Arial" panose="020B0604020202020204" pitchFamily="34" charset="0"/>
              </a:rPr>
              <a:t>FIGURE 4. </a:t>
            </a:r>
          </a:p>
          <a:p>
            <a:r>
              <a:rPr lang="en-US" altLang="zh-CN" sz="2800" dirty="0">
                <a:latin typeface="Arial" panose="020B0604020202020204" pitchFamily="34" charset="0"/>
                <a:cs typeface="Arial" panose="020B0604020202020204" pitchFamily="34" charset="0"/>
              </a:rPr>
              <a:t>Calendar page</a:t>
            </a:r>
            <a:endParaRPr lang="zh-CN" altLang="en-US" sz="2800" dirty="0">
              <a:latin typeface="Arial" panose="020B0604020202020204" pitchFamily="34" charset="0"/>
              <a:cs typeface="Arial" panose="020B0604020202020204" pitchFamily="34" charset="0"/>
            </a:endParaRPr>
          </a:p>
        </p:txBody>
      </p:sp>
      <p:sp>
        <p:nvSpPr>
          <p:cNvPr id="21" name="文本框 20">
            <a:extLst>
              <a:ext uri="{FF2B5EF4-FFF2-40B4-BE49-F238E27FC236}">
                <a16:creationId xmlns:a16="http://schemas.microsoft.com/office/drawing/2014/main" id="{1D3A58FB-B545-410C-BD8C-FCB7CD84800A}"/>
              </a:ext>
            </a:extLst>
          </p:cNvPr>
          <p:cNvSpPr txBox="1"/>
          <p:nvPr/>
        </p:nvSpPr>
        <p:spPr>
          <a:xfrm>
            <a:off x="16451164" y="36508755"/>
            <a:ext cx="2285365" cy="954107"/>
          </a:xfrm>
          <a:prstGeom prst="rect">
            <a:avLst/>
          </a:prstGeom>
          <a:noFill/>
        </p:spPr>
        <p:txBody>
          <a:bodyPr wrap="square" rtlCol="0">
            <a:spAutoFit/>
          </a:bodyPr>
          <a:lstStyle/>
          <a:p>
            <a:r>
              <a:rPr lang="en-US" altLang="zh-CN" sz="2800" dirty="0">
                <a:latin typeface="Arial" panose="020B0604020202020204" pitchFamily="34" charset="0"/>
                <a:cs typeface="Arial" panose="020B0604020202020204" pitchFamily="34" charset="0"/>
              </a:rPr>
              <a:t>FIGURE 5. </a:t>
            </a:r>
          </a:p>
          <a:p>
            <a:r>
              <a:rPr lang="en-US" altLang="zh-CN" sz="2800" dirty="0">
                <a:latin typeface="Arial" panose="020B0604020202020204" pitchFamily="34" charset="0"/>
                <a:cs typeface="Arial" panose="020B0604020202020204" pitchFamily="34" charset="0"/>
              </a:rPr>
              <a:t>Login page</a:t>
            </a:r>
            <a:endParaRPr lang="zh-CN" altLang="en-US" sz="2800" dirty="0">
              <a:latin typeface="Arial" panose="020B0604020202020204" pitchFamily="34" charset="0"/>
              <a:cs typeface="Arial" panose="020B0604020202020204" pitchFamily="34" charset="0"/>
            </a:endParaRPr>
          </a:p>
        </p:txBody>
      </p:sp>
      <p:sp>
        <p:nvSpPr>
          <p:cNvPr id="22" name="文本框 21">
            <a:extLst>
              <a:ext uri="{FF2B5EF4-FFF2-40B4-BE49-F238E27FC236}">
                <a16:creationId xmlns:a16="http://schemas.microsoft.com/office/drawing/2014/main" id="{1F12FB04-C34A-4238-BF55-D6E3782E4241}"/>
              </a:ext>
            </a:extLst>
          </p:cNvPr>
          <p:cNvSpPr txBox="1"/>
          <p:nvPr/>
        </p:nvSpPr>
        <p:spPr>
          <a:xfrm>
            <a:off x="32114544" y="36268422"/>
            <a:ext cx="2939439" cy="954107"/>
          </a:xfrm>
          <a:prstGeom prst="rect">
            <a:avLst/>
          </a:prstGeom>
          <a:noFill/>
        </p:spPr>
        <p:txBody>
          <a:bodyPr wrap="square" rtlCol="0">
            <a:spAutoFit/>
          </a:bodyPr>
          <a:lstStyle/>
          <a:p>
            <a:r>
              <a:rPr lang="en-US" altLang="zh-CN" sz="2800" dirty="0">
                <a:latin typeface="Arial" panose="020B0604020202020204" pitchFamily="34" charset="0"/>
                <a:cs typeface="Arial" panose="020B0604020202020204" pitchFamily="34" charset="0"/>
              </a:rPr>
              <a:t>FIGURE 6. </a:t>
            </a:r>
          </a:p>
          <a:p>
            <a:r>
              <a:rPr lang="en-US" altLang="zh-CN" sz="2800" dirty="0">
                <a:latin typeface="Arial" panose="020B0604020202020204" pitchFamily="34" charset="0"/>
                <a:cs typeface="Arial" panose="020B0604020202020204" pitchFamily="34" charset="0"/>
              </a:rPr>
              <a:t>About Us Page</a:t>
            </a:r>
            <a:endParaRPr lang="zh-CN" altLang="en-US" sz="2800" dirty="0">
              <a:latin typeface="Arial" panose="020B0604020202020204" pitchFamily="34" charset="0"/>
              <a:cs typeface="Arial" panose="020B0604020202020204" pitchFamily="34" charset="0"/>
            </a:endParaRPr>
          </a:p>
        </p:txBody>
      </p:sp>
      <p:sp>
        <p:nvSpPr>
          <p:cNvPr id="14" name="文本框 13">
            <a:extLst>
              <a:ext uri="{FF2B5EF4-FFF2-40B4-BE49-F238E27FC236}">
                <a16:creationId xmlns:a16="http://schemas.microsoft.com/office/drawing/2014/main" id="{CC0856C5-06CF-49EC-858A-2A4FC95FD824}"/>
              </a:ext>
            </a:extLst>
          </p:cNvPr>
          <p:cNvSpPr txBox="1"/>
          <p:nvPr/>
        </p:nvSpPr>
        <p:spPr>
          <a:xfrm>
            <a:off x="1809605" y="7598824"/>
            <a:ext cx="13229775" cy="6637651"/>
          </a:xfrm>
          <a:prstGeom prst="rect">
            <a:avLst/>
          </a:prstGeom>
          <a:noFill/>
          <a:ln w="63500" cap="rnd" cmpd="thickThin">
            <a:noFill/>
            <a:round/>
          </a:ln>
          <a:effectLst/>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lnSpc>
                <a:spcPct val="150000"/>
              </a:lnSpc>
            </a:pPr>
            <a:r>
              <a:rPr lang="en-US" altLang="zh-CN" sz="3600" b="1" u="sng" dirty="0">
                <a:latin typeface="Arial" panose="020B0604020202020204" pitchFamily="34" charset="0"/>
                <a:cs typeface="Arial" panose="020B0604020202020204" pitchFamily="34" charset="0"/>
              </a:rPr>
              <a:t>Motivation</a:t>
            </a:r>
          </a:p>
          <a:p>
            <a:pPr>
              <a:lnSpc>
                <a:spcPct val="150000"/>
              </a:lnSpc>
            </a:pPr>
            <a:r>
              <a:rPr lang="en-US" altLang="zh-CN" sz="3600" dirty="0">
                <a:latin typeface="Arial" panose="020B0604020202020204" pitchFamily="34" charset="0"/>
                <a:cs typeface="Arial" panose="020B0604020202020204" pitchFamily="34" charset="0"/>
              </a:rPr>
              <a:t>Students and professors may have a difficult time keeping track of progress and communicating effectively while working on research. We found that the existing online classroom managers are not efficient in solving this problem because the broad functionalities they portray shift the focus to other areas. Therefore, we are aiming to build a specific and user friendly web application for research students and professors.</a:t>
            </a:r>
            <a:endParaRPr lang="zh-CN" altLang="en-US" sz="3600" dirty="0">
              <a:latin typeface="Arial" panose="020B0604020202020204" pitchFamily="34" charset="0"/>
              <a:cs typeface="Arial" panose="020B0604020202020204" pitchFamily="34" charset="0"/>
            </a:endParaRPr>
          </a:p>
        </p:txBody>
      </p:sp>
      <p:sp>
        <p:nvSpPr>
          <p:cNvPr id="17" name="文本框 16">
            <a:extLst>
              <a:ext uri="{FF2B5EF4-FFF2-40B4-BE49-F238E27FC236}">
                <a16:creationId xmlns:a16="http://schemas.microsoft.com/office/drawing/2014/main" id="{F4D653E6-EB49-4500-A26B-A9FD10904378}"/>
              </a:ext>
            </a:extLst>
          </p:cNvPr>
          <p:cNvSpPr txBox="1"/>
          <p:nvPr/>
        </p:nvSpPr>
        <p:spPr>
          <a:xfrm>
            <a:off x="36293770" y="7457261"/>
            <a:ext cx="13706605" cy="7531870"/>
          </a:xfrm>
          <a:prstGeom prst="rect">
            <a:avLst/>
          </a:prstGeom>
          <a:noFill/>
          <a:ln>
            <a:noFill/>
          </a:ln>
          <a:effectLst>
            <a:softEdge rad="12700"/>
          </a:effectLst>
        </p:spPr>
        <p:style>
          <a:lnRef idx="1">
            <a:schemeClr val="accent4"/>
          </a:lnRef>
          <a:fillRef idx="2">
            <a:schemeClr val="accent4"/>
          </a:fillRef>
          <a:effectRef idx="1">
            <a:schemeClr val="accent4"/>
          </a:effectRef>
          <a:fontRef idx="minor">
            <a:schemeClr val="dk1"/>
          </a:fontRef>
        </p:style>
        <p:txBody>
          <a:bodyPr wrap="square" rtlCol="0">
            <a:spAutoFit/>
          </a:bodyPr>
          <a:lstStyle/>
          <a:p>
            <a:pPr algn="ctr">
              <a:lnSpc>
                <a:spcPct val="150000"/>
              </a:lnSpc>
            </a:pPr>
            <a:r>
              <a:rPr lang="en-US" altLang="zh-CN" sz="3600" b="1" u="sng" dirty="0">
                <a:latin typeface="Arial" panose="020B0604020202020204" pitchFamily="34" charset="0"/>
                <a:cs typeface="Arial" panose="020B0604020202020204" pitchFamily="34" charset="0"/>
              </a:rPr>
              <a:t>Why logSmart?</a:t>
            </a:r>
          </a:p>
          <a:p>
            <a:pPr marL="592968" indent="-592968">
              <a:lnSpc>
                <a:spcPct val="150000"/>
              </a:lnSpc>
              <a:buFont typeface="Arial" panose="020B0604020202020204" pitchFamily="34" charset="0"/>
              <a:buChar char="•"/>
            </a:pPr>
            <a:r>
              <a:rPr lang="en-US" altLang="zh-CN" sz="3600" dirty="0">
                <a:latin typeface="Arial" panose="020B0604020202020204" pitchFamily="34" charset="0"/>
                <a:cs typeface="Arial" panose="020B0604020202020204" pitchFamily="34" charset="0"/>
              </a:rPr>
              <a:t>Specifically focuses on research and the communication between research advisors and their advisees</a:t>
            </a:r>
          </a:p>
          <a:p>
            <a:pPr marL="592968" indent="-592968">
              <a:lnSpc>
                <a:spcPct val="150000"/>
              </a:lnSpc>
              <a:buFont typeface="Arial" panose="020B0604020202020204" pitchFamily="34" charset="0"/>
              <a:buChar char="•"/>
            </a:pPr>
            <a:r>
              <a:rPr lang="en-US" altLang="zh-CN" sz="3600" dirty="0">
                <a:latin typeface="Arial" panose="020B0604020202020204" pitchFamily="34" charset="0"/>
                <a:cs typeface="Arial" panose="020B0604020202020204" pitchFamily="34" charset="0"/>
              </a:rPr>
              <a:t>Simple, easy to use calendar that centralizes all of your research in one place</a:t>
            </a:r>
          </a:p>
          <a:p>
            <a:pPr marL="592968" indent="-592968">
              <a:lnSpc>
                <a:spcPct val="150000"/>
              </a:lnSpc>
              <a:buFont typeface="Arial" panose="020B0604020202020204" pitchFamily="34" charset="0"/>
              <a:buChar char="•"/>
            </a:pPr>
            <a:r>
              <a:rPr lang="en-US" altLang="zh-CN" sz="3600" dirty="0">
                <a:latin typeface="Arial" panose="020B0604020202020204" pitchFamily="34" charset="0"/>
                <a:cs typeface="Arial" panose="020B0604020202020204" pitchFamily="34" charset="0"/>
              </a:rPr>
              <a:t>There is no unnecessary tabs, menus, or tools – everything will be used within the website</a:t>
            </a:r>
          </a:p>
          <a:p>
            <a:pPr marL="592968" indent="-592968">
              <a:lnSpc>
                <a:spcPct val="150000"/>
              </a:lnSpc>
              <a:buFont typeface="Arial" panose="020B0604020202020204" pitchFamily="34" charset="0"/>
              <a:buChar char="•"/>
            </a:pPr>
            <a:r>
              <a:rPr lang="en-US" altLang="zh-CN" sz="3600" dirty="0">
                <a:latin typeface="Arial" panose="020B0604020202020204" pitchFamily="34" charset="0"/>
                <a:cs typeface="Arial" panose="020B0604020202020204" pitchFamily="34" charset="0"/>
              </a:rPr>
              <a:t>The sleek design makes it aesthetically pleasing</a:t>
            </a:r>
          </a:p>
          <a:p>
            <a:pPr marL="592968" indent="-592968">
              <a:lnSpc>
                <a:spcPct val="150000"/>
              </a:lnSpc>
              <a:buFont typeface="Arial" panose="020B0604020202020204" pitchFamily="34" charset="0"/>
              <a:buChar char="•"/>
            </a:pPr>
            <a:r>
              <a:rPr lang="en-US" altLang="zh-CN" sz="3600" dirty="0">
                <a:latin typeface="Arial" panose="020B0604020202020204" pitchFamily="34" charset="0"/>
                <a:cs typeface="Arial" panose="020B0604020202020204" pitchFamily="34" charset="0"/>
              </a:rPr>
              <a:t>Open source project and completely free</a:t>
            </a:r>
            <a:endParaRPr lang="zh-CN" altLang="en-US" sz="3600" dirty="0">
              <a:latin typeface="Arial" panose="020B0604020202020204" pitchFamily="34" charset="0"/>
              <a:cs typeface="Arial" panose="020B0604020202020204" pitchFamily="34" charset="0"/>
            </a:endParaRPr>
          </a:p>
        </p:txBody>
      </p:sp>
      <p:sp>
        <p:nvSpPr>
          <p:cNvPr id="25" name="文本框 24">
            <a:extLst>
              <a:ext uri="{FF2B5EF4-FFF2-40B4-BE49-F238E27FC236}">
                <a16:creationId xmlns:a16="http://schemas.microsoft.com/office/drawing/2014/main" id="{B196D59A-7DC9-4E2A-B852-CF8276C05A3E}"/>
              </a:ext>
            </a:extLst>
          </p:cNvPr>
          <p:cNvSpPr txBox="1"/>
          <p:nvPr/>
        </p:nvSpPr>
        <p:spPr>
          <a:xfrm>
            <a:off x="36293770" y="22454358"/>
            <a:ext cx="13229775" cy="10792635"/>
          </a:xfrm>
          <a:prstGeom prst="rect">
            <a:avLst/>
          </a:prstGeom>
          <a:noFill/>
        </p:spPr>
        <p:txBody>
          <a:bodyPr wrap="square" rtlCol="0">
            <a:spAutoFit/>
          </a:bodyPr>
          <a:lstStyle/>
          <a:p>
            <a:pPr algn="ctr">
              <a:lnSpc>
                <a:spcPct val="150000"/>
              </a:lnSpc>
            </a:pPr>
            <a:r>
              <a:rPr lang="en-US" altLang="zh-CN" sz="3600" b="1" u="sng" dirty="0">
                <a:latin typeface="Arial" panose="020B0604020202020204" pitchFamily="34" charset="0"/>
                <a:cs typeface="Arial" panose="020B0604020202020204" pitchFamily="34" charset="0"/>
              </a:rPr>
              <a:t>Acknowledgements</a:t>
            </a:r>
          </a:p>
          <a:p>
            <a:pPr marL="592968" indent="-592968">
              <a:lnSpc>
                <a:spcPct val="150000"/>
              </a:lnSpc>
              <a:buFont typeface="Arial" panose="020B0604020202020204" pitchFamily="34" charset="0"/>
              <a:buChar char="•"/>
            </a:pPr>
            <a:r>
              <a:rPr lang="en-US" altLang="zh-CN" sz="3600" dirty="0">
                <a:latin typeface="Arial" panose="020B0604020202020204" pitchFamily="34" charset="0"/>
                <a:cs typeface="Arial" panose="020B0604020202020204" pitchFamily="34" charset="0"/>
              </a:rPr>
              <a:t>W3Schools – educational website for learning web technologies</a:t>
            </a:r>
          </a:p>
          <a:p>
            <a:pPr marL="592968" indent="-592968">
              <a:lnSpc>
                <a:spcPct val="150000"/>
              </a:lnSpc>
              <a:buFont typeface="Arial" panose="020B0604020202020204" pitchFamily="34" charset="0"/>
              <a:buChar char="•"/>
            </a:pPr>
            <a:r>
              <a:rPr lang="en-US" altLang="zh-CN" sz="3600" dirty="0">
                <a:latin typeface="Arial" panose="020B0604020202020204" pitchFamily="34" charset="0"/>
                <a:cs typeface="Arial" panose="020B0604020202020204" pitchFamily="34" charset="0"/>
              </a:rPr>
              <a:t>Stack Overflow – question and answer site for programmers</a:t>
            </a:r>
          </a:p>
          <a:p>
            <a:pPr marL="592968" indent="-592968">
              <a:lnSpc>
                <a:spcPct val="150000"/>
              </a:lnSpc>
              <a:buFont typeface="Arial" panose="020B0604020202020204" pitchFamily="34" charset="0"/>
              <a:buChar char="•"/>
            </a:pPr>
            <a:r>
              <a:rPr lang="en-US" altLang="zh-CN" sz="3600" dirty="0">
                <a:latin typeface="Arial" panose="020B0604020202020204" pitchFamily="34" charset="0"/>
                <a:cs typeface="Arial" panose="020B0604020202020204" pitchFamily="34" charset="0"/>
              </a:rPr>
              <a:t>GitHub – an open source development platform</a:t>
            </a:r>
          </a:p>
          <a:p>
            <a:pPr marL="592968" indent="-592968">
              <a:lnSpc>
                <a:spcPct val="150000"/>
              </a:lnSpc>
              <a:buFont typeface="Arial" panose="020B0604020202020204" pitchFamily="34" charset="0"/>
              <a:buChar char="•"/>
            </a:pPr>
            <a:r>
              <a:rPr lang="en-US" altLang="zh-CN" sz="3600" dirty="0">
                <a:latin typeface="Arial" panose="020B0604020202020204" pitchFamily="34" charset="0"/>
                <a:cs typeface="Arial" panose="020B0604020202020204" pitchFamily="34" charset="0"/>
              </a:rPr>
              <a:t>CSS-Tricks – forum that contains unique tips for the CSS language</a:t>
            </a:r>
          </a:p>
          <a:p>
            <a:pPr marL="592968" indent="-592968">
              <a:lnSpc>
                <a:spcPct val="150000"/>
              </a:lnSpc>
              <a:buFont typeface="Arial" panose="020B0604020202020204" pitchFamily="34" charset="0"/>
              <a:buChar char="•"/>
            </a:pPr>
            <a:r>
              <a:rPr lang="en-US" altLang="zh-CN" sz="3600" dirty="0">
                <a:latin typeface="Arial" panose="020B0604020202020204" pitchFamily="34" charset="0"/>
                <a:cs typeface="Arial" panose="020B0604020202020204" pitchFamily="34" charset="0"/>
              </a:rPr>
              <a:t>Rising Stack – full-stack software development agency</a:t>
            </a:r>
          </a:p>
          <a:p>
            <a:pPr marL="592968" indent="-592968">
              <a:lnSpc>
                <a:spcPct val="150000"/>
              </a:lnSpc>
              <a:buFont typeface="Arial" panose="020B0604020202020204" pitchFamily="34" charset="0"/>
              <a:buChar char="•"/>
            </a:pPr>
            <a:r>
              <a:rPr lang="en-US" altLang="zh-CN" sz="3600" dirty="0"/>
              <a:t>Sommerville, Software Engineering, 9th edition</a:t>
            </a:r>
          </a:p>
          <a:p>
            <a:pPr marL="592968" indent="-592968">
              <a:lnSpc>
                <a:spcPct val="150000"/>
              </a:lnSpc>
              <a:buFont typeface="Arial" panose="020B0604020202020204" pitchFamily="34" charset="0"/>
              <a:buChar char="•"/>
            </a:pPr>
            <a:r>
              <a:rPr lang="en-US" altLang="zh-CN" sz="3600" dirty="0"/>
              <a:t>Software Engineering Standards Committee of the IEEE Computer Society</a:t>
            </a:r>
          </a:p>
          <a:p>
            <a:pPr marL="592968" indent="-592968">
              <a:lnSpc>
                <a:spcPct val="150000"/>
              </a:lnSpc>
              <a:buFont typeface="Arial" panose="020B0604020202020204" pitchFamily="34" charset="0"/>
              <a:buChar char="•"/>
            </a:pPr>
            <a:r>
              <a:rPr lang="en-US" altLang="zh-CN" sz="3600" dirty="0">
                <a:latin typeface="Arial" panose="020B0604020202020204" pitchFamily="34" charset="0"/>
                <a:cs typeface="Arial" panose="020B0604020202020204" pitchFamily="34" charset="0"/>
              </a:rPr>
              <a:t>Code Pen – an online community for project test and showcase</a:t>
            </a:r>
          </a:p>
        </p:txBody>
      </p:sp>
      <p:sp>
        <p:nvSpPr>
          <p:cNvPr id="8" name="矩形: 圆角 7">
            <a:extLst>
              <a:ext uri="{FF2B5EF4-FFF2-40B4-BE49-F238E27FC236}">
                <a16:creationId xmlns:a16="http://schemas.microsoft.com/office/drawing/2014/main" id="{A4D1D7F8-41A7-4C73-9906-6FF35EE166D6}"/>
              </a:ext>
            </a:extLst>
          </p:cNvPr>
          <p:cNvSpPr/>
          <p:nvPr/>
        </p:nvSpPr>
        <p:spPr>
          <a:xfrm>
            <a:off x="1221570" y="15148372"/>
            <a:ext cx="3103142" cy="1561454"/>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8591" tIns="59295" rIns="118591" bIns="59295" numCol="1" spcCol="0" rtlCol="0" fromWordArt="0" anchor="ctr" anchorCtr="0" forceAA="0" compatLnSpc="1">
            <a:prstTxWarp prst="textNoShape">
              <a:avLst/>
            </a:prstTxWarp>
            <a:noAutofit/>
          </a:bodyPr>
          <a:lstStyle/>
          <a:p>
            <a:pPr algn="ctr"/>
            <a:r>
              <a:rPr lang="en-US" altLang="zh-CN" sz="3631" dirty="0">
                <a:solidFill>
                  <a:schemeClr val="tx1"/>
                </a:solidFill>
                <a:latin typeface="Arial" panose="020B0604020202020204" pitchFamily="34" charset="0"/>
                <a:cs typeface="Arial" panose="020B0604020202020204" pitchFamily="34" charset="0"/>
              </a:rPr>
              <a:t>Students</a:t>
            </a:r>
            <a:endParaRPr lang="zh-CN" altLang="en-US" sz="2167" dirty="0">
              <a:solidFill>
                <a:schemeClr val="tx1"/>
              </a:solidFill>
              <a:latin typeface="Arial" panose="020B0604020202020204" pitchFamily="34" charset="0"/>
              <a:cs typeface="Arial" panose="020B0604020202020204" pitchFamily="34" charset="0"/>
            </a:endParaRPr>
          </a:p>
        </p:txBody>
      </p:sp>
      <p:sp>
        <p:nvSpPr>
          <p:cNvPr id="26" name="矩形: 圆角 25">
            <a:extLst>
              <a:ext uri="{FF2B5EF4-FFF2-40B4-BE49-F238E27FC236}">
                <a16:creationId xmlns:a16="http://schemas.microsoft.com/office/drawing/2014/main" id="{33323F3D-E73E-4F8C-892C-B046AB5FF82C}"/>
              </a:ext>
            </a:extLst>
          </p:cNvPr>
          <p:cNvSpPr/>
          <p:nvPr/>
        </p:nvSpPr>
        <p:spPr>
          <a:xfrm>
            <a:off x="12301861" y="15148372"/>
            <a:ext cx="3103142" cy="1561454"/>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8591" tIns="59295" rIns="118591" bIns="59295" numCol="1" spcCol="0" rtlCol="0" fromWordArt="0" anchor="ctr" anchorCtr="0" forceAA="0" compatLnSpc="1">
            <a:prstTxWarp prst="textNoShape">
              <a:avLst/>
            </a:prstTxWarp>
            <a:noAutofit/>
          </a:bodyPr>
          <a:lstStyle/>
          <a:p>
            <a:pPr algn="ctr"/>
            <a:r>
              <a:rPr lang="en-US" altLang="zh-CN" sz="3631" dirty="0">
                <a:solidFill>
                  <a:schemeClr val="tx1"/>
                </a:solidFill>
                <a:latin typeface="Arial" panose="020B0604020202020204" pitchFamily="34" charset="0"/>
                <a:cs typeface="Arial" panose="020B0604020202020204" pitchFamily="34" charset="0"/>
              </a:rPr>
              <a:t>Research Supervisors</a:t>
            </a:r>
            <a:endParaRPr lang="zh-CN" altLang="en-US" sz="3631" dirty="0">
              <a:solidFill>
                <a:schemeClr val="tx1"/>
              </a:solidFill>
              <a:latin typeface="Arial" panose="020B0604020202020204" pitchFamily="34" charset="0"/>
              <a:cs typeface="Arial" panose="020B0604020202020204" pitchFamily="34" charset="0"/>
            </a:endParaRPr>
          </a:p>
        </p:txBody>
      </p:sp>
      <p:sp>
        <p:nvSpPr>
          <p:cNvPr id="10" name="矩形: 圆角 9">
            <a:extLst>
              <a:ext uri="{FF2B5EF4-FFF2-40B4-BE49-F238E27FC236}">
                <a16:creationId xmlns:a16="http://schemas.microsoft.com/office/drawing/2014/main" id="{F75E7255-0E8C-4017-9245-4FDA9B414FBC}"/>
              </a:ext>
            </a:extLst>
          </p:cNvPr>
          <p:cNvSpPr/>
          <p:nvPr/>
        </p:nvSpPr>
        <p:spPr>
          <a:xfrm>
            <a:off x="5733923" y="14655178"/>
            <a:ext cx="5158728" cy="2547839"/>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8591" tIns="59295" rIns="118591" bIns="59295" numCol="1" spcCol="0" rtlCol="0" fromWordArt="0" anchor="ctr" anchorCtr="0" forceAA="0" compatLnSpc="1">
            <a:prstTxWarp prst="textNoShape">
              <a:avLst/>
            </a:prstTxWarp>
            <a:noAutofit/>
          </a:bodyPr>
          <a:lstStyle/>
          <a:p>
            <a:pPr algn="ctr"/>
            <a:r>
              <a:rPr lang="en-US" altLang="zh-CN" sz="3631" dirty="0">
                <a:solidFill>
                  <a:schemeClr val="tx1"/>
                </a:solidFill>
                <a:latin typeface="Arial" panose="020B0604020202020204" pitchFamily="34" charset="0"/>
                <a:cs typeface="Arial" panose="020B0604020202020204" pitchFamily="34" charset="0"/>
              </a:rPr>
              <a:t>Use logSmart to </a:t>
            </a:r>
          </a:p>
          <a:p>
            <a:pPr algn="ctr"/>
            <a:r>
              <a:rPr lang="en-US" altLang="zh-CN" sz="3631" dirty="0">
                <a:solidFill>
                  <a:schemeClr val="tx1"/>
                </a:solidFill>
                <a:latin typeface="Arial" panose="020B0604020202020204" pitchFamily="34" charset="0"/>
                <a:cs typeface="Arial" panose="020B0604020202020204" pitchFamily="34" charset="0"/>
              </a:rPr>
              <a:t>set up research projects and update the progress</a:t>
            </a:r>
            <a:endParaRPr lang="zh-CN" altLang="en-US" sz="3631" dirty="0">
              <a:solidFill>
                <a:schemeClr val="tx1"/>
              </a:solidFill>
              <a:latin typeface="Arial" panose="020B0604020202020204" pitchFamily="34" charset="0"/>
              <a:cs typeface="Arial" panose="020B0604020202020204" pitchFamily="34" charset="0"/>
            </a:endParaRPr>
          </a:p>
        </p:txBody>
      </p:sp>
      <p:sp>
        <p:nvSpPr>
          <p:cNvPr id="5" name="矩形 4">
            <a:extLst>
              <a:ext uri="{FF2B5EF4-FFF2-40B4-BE49-F238E27FC236}">
                <a16:creationId xmlns:a16="http://schemas.microsoft.com/office/drawing/2014/main" id="{7A865233-7A82-4DC4-85BF-A5B5B73DF5CB}"/>
              </a:ext>
            </a:extLst>
          </p:cNvPr>
          <p:cNvSpPr/>
          <p:nvPr/>
        </p:nvSpPr>
        <p:spPr>
          <a:xfrm>
            <a:off x="0" y="0"/>
            <a:ext cx="51206400" cy="38404800"/>
          </a:xfrm>
          <a:prstGeom prst="rect">
            <a:avLst/>
          </a:prstGeom>
          <a:noFill/>
          <a:ln w="127000">
            <a:solidFill>
              <a:srgbClr val="FFC93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箭头: 左右 11">
            <a:extLst>
              <a:ext uri="{FF2B5EF4-FFF2-40B4-BE49-F238E27FC236}">
                <a16:creationId xmlns:a16="http://schemas.microsoft.com/office/drawing/2014/main" id="{F6ED0880-27E0-4766-97BF-2BB26D95FD3E}"/>
              </a:ext>
            </a:extLst>
          </p:cNvPr>
          <p:cNvSpPr/>
          <p:nvPr/>
        </p:nvSpPr>
        <p:spPr>
          <a:xfrm>
            <a:off x="4662213" y="15859577"/>
            <a:ext cx="734209" cy="279110"/>
          </a:xfrm>
          <a:prstGeom prst="leftRightArrow">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8591" tIns="59295" rIns="118591" bIns="59295" numCol="1" spcCol="0" rtlCol="0" fromWordArt="0" anchor="ctr" anchorCtr="0" forceAA="0" compatLnSpc="1">
            <a:prstTxWarp prst="textNoShape">
              <a:avLst/>
            </a:prstTxWarp>
            <a:noAutofit/>
          </a:bodyPr>
          <a:lstStyle/>
          <a:p>
            <a:pPr algn="ctr"/>
            <a:endParaRPr lang="zh-CN" altLang="en-US" sz="2167">
              <a:solidFill>
                <a:schemeClr val="tx1"/>
              </a:solidFill>
              <a:latin typeface="Arial" panose="020B0604020202020204" pitchFamily="34" charset="0"/>
              <a:cs typeface="Arial" panose="020B0604020202020204" pitchFamily="34" charset="0"/>
            </a:endParaRPr>
          </a:p>
        </p:txBody>
      </p:sp>
      <p:sp>
        <p:nvSpPr>
          <p:cNvPr id="28" name="箭头: 左右 27">
            <a:extLst>
              <a:ext uri="{FF2B5EF4-FFF2-40B4-BE49-F238E27FC236}">
                <a16:creationId xmlns:a16="http://schemas.microsoft.com/office/drawing/2014/main" id="{CB30C3AE-F0BA-4A9C-9750-91F941A06495}"/>
              </a:ext>
            </a:extLst>
          </p:cNvPr>
          <p:cNvSpPr/>
          <p:nvPr/>
        </p:nvSpPr>
        <p:spPr>
          <a:xfrm>
            <a:off x="11242927" y="15859577"/>
            <a:ext cx="734209" cy="279110"/>
          </a:xfrm>
          <a:prstGeom prst="leftRightArrow">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8591" tIns="59295" rIns="118591" bIns="59295" numCol="1" spcCol="0" rtlCol="0" fromWordArt="0" anchor="ctr" anchorCtr="0" forceAA="0" compatLnSpc="1">
            <a:prstTxWarp prst="textNoShape">
              <a:avLst/>
            </a:prstTxWarp>
            <a:noAutofit/>
          </a:bodyPr>
          <a:lstStyle/>
          <a:p>
            <a:pPr algn="ctr"/>
            <a:endParaRPr lang="zh-CN" altLang="en-US" sz="2167">
              <a:solidFill>
                <a:schemeClr val="tx1"/>
              </a:solidFill>
              <a:latin typeface="Arial" panose="020B0604020202020204" pitchFamily="34" charset="0"/>
              <a:cs typeface="Arial" panose="020B0604020202020204" pitchFamily="34" charset="0"/>
            </a:endParaRPr>
          </a:p>
        </p:txBody>
      </p:sp>
      <p:sp>
        <p:nvSpPr>
          <p:cNvPr id="13" name="矩形: 圆角 12">
            <a:extLst>
              <a:ext uri="{FF2B5EF4-FFF2-40B4-BE49-F238E27FC236}">
                <a16:creationId xmlns:a16="http://schemas.microsoft.com/office/drawing/2014/main" id="{CF48CB75-C197-4C51-8393-FB0386EE2966}"/>
              </a:ext>
            </a:extLst>
          </p:cNvPr>
          <p:cNvSpPr/>
          <p:nvPr/>
        </p:nvSpPr>
        <p:spPr>
          <a:xfrm>
            <a:off x="3905463" y="20910430"/>
            <a:ext cx="8071673" cy="5699051"/>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8591" tIns="59295" rIns="118591" bIns="59295" numCol="1" spcCol="0" rtlCol="0" fromWordArt="0" anchor="ctr" anchorCtr="0" forceAA="0" compatLnSpc="1">
            <a:prstTxWarp prst="textNoShape">
              <a:avLst/>
            </a:prstTxWarp>
            <a:noAutofit/>
          </a:bodyPr>
          <a:lstStyle/>
          <a:p>
            <a:pPr algn="ctr"/>
            <a:r>
              <a:rPr lang="en-US" altLang="zh-CN" sz="3600" dirty="0">
                <a:solidFill>
                  <a:schemeClr val="tx1"/>
                </a:solidFill>
                <a:latin typeface="Arial" panose="020B0604020202020204" pitchFamily="34" charset="0"/>
                <a:cs typeface="Arial" panose="020B0604020202020204" pitchFamily="34" charset="0"/>
              </a:rPr>
              <a:t>Front-End:</a:t>
            </a:r>
          </a:p>
          <a:p>
            <a:pPr algn="ctr"/>
            <a:r>
              <a:rPr lang="en-US" altLang="zh-CN" sz="3600" dirty="0">
                <a:solidFill>
                  <a:schemeClr val="tx1"/>
                </a:solidFill>
                <a:latin typeface="Arial" panose="020B0604020202020204" pitchFamily="34" charset="0"/>
                <a:cs typeface="Arial" panose="020B0604020202020204" pitchFamily="34" charset="0"/>
              </a:rPr>
              <a:t>Browsers and other user interfaces</a:t>
            </a:r>
          </a:p>
          <a:p>
            <a:pPr algn="ctr"/>
            <a:endParaRPr lang="en-US" altLang="zh-CN" sz="3600" dirty="0">
              <a:solidFill>
                <a:schemeClr val="tx1"/>
              </a:solidFill>
              <a:latin typeface="Arial" panose="020B0604020202020204" pitchFamily="34" charset="0"/>
              <a:cs typeface="Arial" panose="020B0604020202020204" pitchFamily="34" charset="0"/>
            </a:endParaRPr>
          </a:p>
          <a:p>
            <a:pPr algn="ctr"/>
            <a:endParaRPr lang="en-US" altLang="zh-CN" sz="3600" dirty="0">
              <a:solidFill>
                <a:schemeClr val="tx1"/>
              </a:solidFill>
              <a:latin typeface="Arial" panose="020B0604020202020204" pitchFamily="34" charset="0"/>
              <a:cs typeface="Arial" panose="020B0604020202020204" pitchFamily="34" charset="0"/>
            </a:endParaRPr>
          </a:p>
          <a:p>
            <a:pPr algn="ctr"/>
            <a:endParaRPr lang="en-US" altLang="zh-CN" sz="3600" dirty="0">
              <a:solidFill>
                <a:schemeClr val="tx1"/>
              </a:solidFill>
              <a:latin typeface="Arial" panose="020B0604020202020204" pitchFamily="34" charset="0"/>
              <a:cs typeface="Arial" panose="020B0604020202020204" pitchFamily="34" charset="0"/>
            </a:endParaRPr>
          </a:p>
          <a:p>
            <a:pPr algn="ctr"/>
            <a:endParaRPr lang="en-US" altLang="zh-CN" sz="3600" dirty="0">
              <a:solidFill>
                <a:schemeClr val="tx1"/>
              </a:solidFill>
              <a:latin typeface="Arial" panose="020B0604020202020204" pitchFamily="34" charset="0"/>
              <a:cs typeface="Arial" panose="020B0604020202020204" pitchFamily="34" charset="0"/>
            </a:endParaRPr>
          </a:p>
          <a:p>
            <a:pPr algn="ctr"/>
            <a:endParaRPr lang="en-US" altLang="zh-CN" sz="3600" dirty="0">
              <a:solidFill>
                <a:schemeClr val="tx1"/>
              </a:solidFill>
              <a:latin typeface="Arial" panose="020B0604020202020204" pitchFamily="34" charset="0"/>
              <a:cs typeface="Arial" panose="020B0604020202020204" pitchFamily="34" charset="0"/>
            </a:endParaRPr>
          </a:p>
          <a:p>
            <a:pPr algn="ctr"/>
            <a:endParaRPr lang="en-US" altLang="zh-CN" sz="3600" dirty="0">
              <a:solidFill>
                <a:schemeClr val="tx1"/>
              </a:solidFill>
              <a:latin typeface="Arial" panose="020B0604020202020204" pitchFamily="34" charset="0"/>
              <a:cs typeface="Arial" panose="020B0604020202020204" pitchFamily="34" charset="0"/>
            </a:endParaRPr>
          </a:p>
          <a:p>
            <a:pPr algn="ctr"/>
            <a:endParaRPr lang="en-US" altLang="zh-CN" sz="3600" dirty="0">
              <a:solidFill>
                <a:schemeClr val="tx1"/>
              </a:solidFill>
              <a:latin typeface="Arial" panose="020B0604020202020204" pitchFamily="34" charset="0"/>
              <a:cs typeface="Arial" panose="020B0604020202020204" pitchFamily="34" charset="0"/>
            </a:endParaRPr>
          </a:p>
        </p:txBody>
      </p:sp>
      <p:pic>
        <p:nvPicPr>
          <p:cNvPr id="1030" name="Picture 6" descr="Image result for javascript logo">
            <a:extLst>
              <a:ext uri="{FF2B5EF4-FFF2-40B4-BE49-F238E27FC236}">
                <a16:creationId xmlns:a16="http://schemas.microsoft.com/office/drawing/2014/main" id="{B20BA56B-2C22-4FB5-92D7-9169A925DC9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01874" y="23316722"/>
            <a:ext cx="6576013" cy="2493104"/>
          </a:xfrm>
          <a:prstGeom prst="rect">
            <a:avLst/>
          </a:prstGeom>
          <a:noFill/>
          <a:extLst>
            <a:ext uri="{909E8E84-426E-40DD-AFC4-6F175D3DCCD1}">
              <a14:hiddenFill xmlns:a14="http://schemas.microsoft.com/office/drawing/2010/main">
                <a:solidFill>
                  <a:srgbClr val="FFFFFF"/>
                </a:solidFill>
              </a14:hiddenFill>
            </a:ext>
          </a:extLst>
        </p:spPr>
      </p:pic>
      <p:sp>
        <p:nvSpPr>
          <p:cNvPr id="33" name="矩形: 圆角 32">
            <a:extLst>
              <a:ext uri="{FF2B5EF4-FFF2-40B4-BE49-F238E27FC236}">
                <a16:creationId xmlns:a16="http://schemas.microsoft.com/office/drawing/2014/main" id="{6CBF4445-903A-45B1-B1FB-C4040D5AA875}"/>
              </a:ext>
            </a:extLst>
          </p:cNvPr>
          <p:cNvSpPr/>
          <p:nvPr/>
        </p:nvSpPr>
        <p:spPr>
          <a:xfrm>
            <a:off x="3905463" y="29553429"/>
            <a:ext cx="8071673" cy="5699051"/>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8591" tIns="59295" rIns="118591" bIns="59295" numCol="1" spcCol="0" rtlCol="0" fromWordArt="0" anchor="ctr" anchorCtr="0" forceAA="0" compatLnSpc="1">
            <a:prstTxWarp prst="textNoShape">
              <a:avLst/>
            </a:prstTxWarp>
            <a:noAutofit/>
          </a:bodyPr>
          <a:lstStyle/>
          <a:p>
            <a:pPr algn="ctr"/>
            <a:r>
              <a:rPr lang="en-US" altLang="zh-CN" sz="3600" dirty="0">
                <a:solidFill>
                  <a:schemeClr val="tx1"/>
                </a:solidFill>
                <a:latin typeface="Arial" panose="020B0604020202020204" pitchFamily="34" charset="0"/>
                <a:cs typeface="Arial" panose="020B0604020202020204" pitchFamily="34" charset="0"/>
              </a:rPr>
              <a:t>Back-End:</a:t>
            </a:r>
          </a:p>
          <a:p>
            <a:pPr algn="ctr"/>
            <a:r>
              <a:rPr lang="en-US" altLang="zh-CN" sz="3600" dirty="0">
                <a:solidFill>
                  <a:schemeClr val="tx1"/>
                </a:solidFill>
                <a:latin typeface="Arial" panose="020B0604020202020204" pitchFamily="34" charset="0"/>
                <a:cs typeface="Arial" panose="020B0604020202020204" pitchFamily="34" charset="0"/>
              </a:rPr>
              <a:t>Servers and Databases</a:t>
            </a:r>
          </a:p>
          <a:p>
            <a:pPr algn="ctr"/>
            <a:endParaRPr lang="en-US" altLang="zh-CN" sz="3600" dirty="0">
              <a:solidFill>
                <a:schemeClr val="tx1"/>
              </a:solidFill>
              <a:latin typeface="Arial" panose="020B0604020202020204" pitchFamily="34" charset="0"/>
              <a:cs typeface="Arial" panose="020B0604020202020204" pitchFamily="34" charset="0"/>
            </a:endParaRPr>
          </a:p>
          <a:p>
            <a:pPr algn="ctr"/>
            <a:endParaRPr lang="en-US" altLang="zh-CN" sz="3600" dirty="0">
              <a:solidFill>
                <a:schemeClr val="tx1"/>
              </a:solidFill>
              <a:latin typeface="Arial" panose="020B0604020202020204" pitchFamily="34" charset="0"/>
              <a:cs typeface="Arial" panose="020B0604020202020204" pitchFamily="34" charset="0"/>
            </a:endParaRPr>
          </a:p>
          <a:p>
            <a:pPr algn="ctr"/>
            <a:endParaRPr lang="en-US" altLang="zh-CN" sz="3600" dirty="0">
              <a:solidFill>
                <a:schemeClr val="tx1"/>
              </a:solidFill>
              <a:latin typeface="Arial" panose="020B0604020202020204" pitchFamily="34" charset="0"/>
              <a:cs typeface="Arial" panose="020B0604020202020204" pitchFamily="34" charset="0"/>
            </a:endParaRPr>
          </a:p>
          <a:p>
            <a:pPr algn="ctr"/>
            <a:endParaRPr lang="en-US" altLang="zh-CN" sz="3600" dirty="0">
              <a:solidFill>
                <a:schemeClr val="tx1"/>
              </a:solidFill>
              <a:latin typeface="Arial" panose="020B0604020202020204" pitchFamily="34" charset="0"/>
              <a:cs typeface="Arial" panose="020B0604020202020204" pitchFamily="34" charset="0"/>
            </a:endParaRPr>
          </a:p>
          <a:p>
            <a:pPr algn="ctr"/>
            <a:endParaRPr lang="en-US" altLang="zh-CN" sz="3600" dirty="0">
              <a:solidFill>
                <a:schemeClr val="tx1"/>
              </a:solidFill>
              <a:latin typeface="Arial" panose="020B0604020202020204" pitchFamily="34" charset="0"/>
              <a:cs typeface="Arial" panose="020B0604020202020204" pitchFamily="34" charset="0"/>
            </a:endParaRPr>
          </a:p>
          <a:p>
            <a:pPr algn="ctr"/>
            <a:endParaRPr lang="en-US" altLang="zh-CN" sz="3600" dirty="0">
              <a:solidFill>
                <a:schemeClr val="tx1"/>
              </a:solidFill>
              <a:latin typeface="Arial" panose="020B0604020202020204" pitchFamily="34" charset="0"/>
              <a:cs typeface="Arial" panose="020B0604020202020204" pitchFamily="34" charset="0"/>
            </a:endParaRPr>
          </a:p>
          <a:p>
            <a:pPr algn="ctr"/>
            <a:endParaRPr lang="en-US" altLang="zh-CN" sz="3600" dirty="0">
              <a:solidFill>
                <a:schemeClr val="tx1"/>
              </a:solidFill>
              <a:latin typeface="Arial" panose="020B0604020202020204" pitchFamily="34" charset="0"/>
              <a:cs typeface="Arial" panose="020B0604020202020204" pitchFamily="34" charset="0"/>
            </a:endParaRPr>
          </a:p>
        </p:txBody>
      </p:sp>
      <p:pic>
        <p:nvPicPr>
          <p:cNvPr id="1032" name="Picture 8" descr="Image result for node.js">
            <a:extLst>
              <a:ext uri="{FF2B5EF4-FFF2-40B4-BE49-F238E27FC236}">
                <a16:creationId xmlns:a16="http://schemas.microsoft.com/office/drawing/2014/main" id="{E8960E2E-058D-4E77-8B1E-56BF2F38983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05884" y="32026780"/>
            <a:ext cx="3829619" cy="2335133"/>
          </a:xfrm>
          <a:prstGeom prst="rect">
            <a:avLst/>
          </a:prstGeom>
          <a:noFill/>
          <a:extLst>
            <a:ext uri="{909E8E84-426E-40DD-AFC4-6F175D3DCCD1}">
              <a14:hiddenFill xmlns:a14="http://schemas.microsoft.com/office/drawing/2010/main">
                <a:solidFill>
                  <a:srgbClr val="FFFFFF"/>
                </a:solidFill>
              </a14:hiddenFill>
            </a:ext>
          </a:extLst>
        </p:spPr>
      </p:pic>
      <p:sp>
        <p:nvSpPr>
          <p:cNvPr id="30" name="箭头: 上下 29">
            <a:extLst>
              <a:ext uri="{FF2B5EF4-FFF2-40B4-BE49-F238E27FC236}">
                <a16:creationId xmlns:a16="http://schemas.microsoft.com/office/drawing/2014/main" id="{F01171C0-D6FE-4C41-9E37-882F2134A2F0}"/>
              </a:ext>
            </a:extLst>
          </p:cNvPr>
          <p:cNvSpPr/>
          <p:nvPr/>
        </p:nvSpPr>
        <p:spPr>
          <a:xfrm>
            <a:off x="7585524" y="27276032"/>
            <a:ext cx="711549" cy="1440250"/>
          </a:xfrm>
          <a:prstGeom prst="upDownArrow">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18591" tIns="59295" rIns="118591" bIns="59295" numCol="1" spcCol="0" rtlCol="0" fromWordArt="0" anchor="ctr" anchorCtr="0" forceAA="0" compatLnSpc="1">
            <a:prstTxWarp prst="textNoShape">
              <a:avLst/>
            </a:prstTxWarp>
            <a:noAutofit/>
          </a:bodyPr>
          <a:lstStyle/>
          <a:p>
            <a:pPr algn="ctr"/>
            <a:endParaRPr lang="zh-CN" altLang="en-US" sz="2167">
              <a:latin typeface="Arial" panose="020B0604020202020204" pitchFamily="34" charset="0"/>
              <a:cs typeface="Arial" panose="020B0604020202020204" pitchFamily="34" charset="0"/>
            </a:endParaRPr>
          </a:p>
        </p:txBody>
      </p:sp>
      <p:pic>
        <p:nvPicPr>
          <p:cNvPr id="23" name="图片 22" descr="图片包含 屏幕截图&#10;&#10;描述已自动生成">
            <a:extLst>
              <a:ext uri="{FF2B5EF4-FFF2-40B4-BE49-F238E27FC236}">
                <a16:creationId xmlns:a16="http://schemas.microsoft.com/office/drawing/2014/main" id="{E72F056B-B062-49DC-990A-C38DEC2117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651969" y="12608169"/>
            <a:ext cx="13255734" cy="6437709"/>
          </a:xfrm>
          <a:prstGeom prst="rect">
            <a:avLst/>
          </a:prstGeom>
          <a:ln w="57150">
            <a:noFill/>
          </a:ln>
        </p:spPr>
      </p:pic>
      <p:pic>
        <p:nvPicPr>
          <p:cNvPr id="36" name="图片 35">
            <a:extLst>
              <a:ext uri="{FF2B5EF4-FFF2-40B4-BE49-F238E27FC236}">
                <a16:creationId xmlns:a16="http://schemas.microsoft.com/office/drawing/2014/main" id="{0AA9BE53-ACE4-4411-B12A-37C127C4114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651969" y="22871898"/>
            <a:ext cx="13255734" cy="6498730"/>
          </a:xfrm>
          <a:prstGeom prst="rect">
            <a:avLst/>
          </a:prstGeom>
          <a:ln>
            <a:noFill/>
          </a:ln>
        </p:spPr>
      </p:pic>
      <p:pic>
        <p:nvPicPr>
          <p:cNvPr id="38" name="图片 37" descr="图片包含 屏幕截图&#10;&#10;描述已自动生成">
            <a:extLst>
              <a:ext uri="{FF2B5EF4-FFF2-40B4-BE49-F238E27FC236}">
                <a16:creationId xmlns:a16="http://schemas.microsoft.com/office/drawing/2014/main" id="{6BA4AFEC-CA0C-4EAA-9C1B-807FF2E9096A}"/>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8711992" y="30368359"/>
            <a:ext cx="5661857" cy="7056976"/>
          </a:xfrm>
          <a:prstGeom prst="rect">
            <a:avLst/>
          </a:prstGeom>
        </p:spPr>
      </p:pic>
      <p:pic>
        <p:nvPicPr>
          <p:cNvPr id="40" name="图片 39" descr="图片包含 屏幕截图&#10;&#10;描述已自动生成">
            <a:extLst>
              <a:ext uri="{FF2B5EF4-FFF2-40B4-BE49-F238E27FC236}">
                <a16:creationId xmlns:a16="http://schemas.microsoft.com/office/drawing/2014/main" id="{3423989E-ADE1-4857-AD96-322DBA353A9D}"/>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6691061" y="30368359"/>
            <a:ext cx="5054429" cy="7056976"/>
          </a:xfrm>
          <a:prstGeom prst="rect">
            <a:avLst/>
          </a:prstGeom>
        </p:spPr>
      </p:pic>
      <p:pic>
        <p:nvPicPr>
          <p:cNvPr id="1026" name="Picture 2" descr="Image result for MySql">
            <a:extLst>
              <a:ext uri="{FF2B5EF4-FFF2-40B4-BE49-F238E27FC236}">
                <a16:creationId xmlns:a16="http://schemas.microsoft.com/office/drawing/2014/main" id="{D1ACF5AA-281F-4FA1-A31A-6AE6A3D9E46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54367" y="32026780"/>
            <a:ext cx="3384251" cy="2335133"/>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89AFD94E-297F-4972-9464-F37BDAE653DA}"/>
              </a:ext>
            </a:extLst>
          </p:cNvPr>
          <p:cNvPicPr>
            <a:picLocks noChangeAspect="1"/>
          </p:cNvPicPr>
          <p:nvPr/>
        </p:nvPicPr>
        <p:blipFill>
          <a:blip r:embed="rId11"/>
          <a:stretch>
            <a:fillRect/>
          </a:stretch>
        </p:blipFill>
        <p:spPr>
          <a:xfrm>
            <a:off x="2422186" y="1715134"/>
            <a:ext cx="3680087" cy="3088783"/>
          </a:xfrm>
          <a:prstGeom prst="rect">
            <a:avLst/>
          </a:prstGeom>
        </p:spPr>
      </p:pic>
      <p:sp>
        <p:nvSpPr>
          <p:cNvPr id="24" name="文本框 23">
            <a:extLst>
              <a:ext uri="{FF2B5EF4-FFF2-40B4-BE49-F238E27FC236}">
                <a16:creationId xmlns:a16="http://schemas.microsoft.com/office/drawing/2014/main" id="{CC5699A6-47F1-4893-AA0D-327824C71B65}"/>
              </a:ext>
            </a:extLst>
          </p:cNvPr>
          <p:cNvSpPr txBox="1"/>
          <p:nvPr/>
        </p:nvSpPr>
        <p:spPr>
          <a:xfrm>
            <a:off x="16451164" y="19687149"/>
            <a:ext cx="18836285" cy="2499467"/>
          </a:xfrm>
          <a:prstGeom prst="rect">
            <a:avLst/>
          </a:prstGeom>
          <a:noFill/>
        </p:spPr>
        <p:txBody>
          <a:bodyPr wrap="square" rtlCol="0">
            <a:spAutoFit/>
          </a:bodyPr>
          <a:lstStyle/>
          <a:p>
            <a:pPr>
              <a:lnSpc>
                <a:spcPct val="150000"/>
              </a:lnSpc>
            </a:pPr>
            <a:r>
              <a:rPr lang="en-US" altLang="zh-CN" sz="3600" dirty="0"/>
              <a:t>The home page guides users to the calendar page, and research, profile, and developers information. The calendar page gives a clear view of the projects a user have. For specific projects, users can view, add, and modify messages and deadlines.</a:t>
            </a:r>
            <a:endParaRPr lang="zh-CN" altLang="en-US" sz="3600" dirty="0"/>
          </a:p>
        </p:txBody>
      </p:sp>
    </p:spTree>
    <p:extLst>
      <p:ext uri="{BB962C8B-B14F-4D97-AF65-F5344CB8AC3E}">
        <p14:creationId xmlns:p14="http://schemas.microsoft.com/office/powerpoint/2010/main" val="3254146983"/>
      </p:ext>
    </p:extLst>
  </p:cSld>
  <p:clrMapOvr>
    <a:masterClrMapping/>
  </p:clrMapOvr>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795</TotalTime>
  <Words>423</Words>
  <Application>Microsoft Office PowerPoint</Application>
  <PresentationFormat>自定义</PresentationFormat>
  <Paragraphs>55</Paragraphs>
  <Slides>1</Slides>
  <Notes>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vt:i4>
      </vt:variant>
    </vt:vector>
  </HeadingPairs>
  <TitlesOfParts>
    <vt:vector size="6" baseType="lpstr">
      <vt:lpstr>等线</vt:lpstr>
      <vt:lpstr>Arial</vt:lpstr>
      <vt:lpstr>Calibri</vt:lpstr>
      <vt:lpstr>Calibri Light</vt:lpstr>
      <vt:lpstr>Office 主题​​</vt:lpstr>
      <vt:lpstr>Creating a Digital Environment that Increases Research’s Accountability and Communication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Creating a Digital Environment that Increases Research’s Accountability and Communication</dc:title>
  <dc:creator>梦瑾 孙</dc:creator>
  <cp:lastModifiedBy>梦瑾 孙</cp:lastModifiedBy>
  <cp:revision>63</cp:revision>
  <dcterms:created xsi:type="dcterms:W3CDTF">2019-04-05T14:47:30Z</dcterms:created>
  <dcterms:modified xsi:type="dcterms:W3CDTF">2019-04-12T01:39:07Z</dcterms:modified>
</cp:coreProperties>
</file>